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embedTrueTypeFonts="1" saveSubsetFonts="1">
  <p:sldMasterIdLst>
    <p:sldMasterId id="2147483648" r:id="rId4"/>
  </p:sldMasterIdLst>
  <p:notesMasterIdLst>
    <p:notesMasterId r:id="rId8"/>
  </p:notesMasterIdLst>
  <p:sldIdLst>
    <p:sldId id="256" r:id="rId5"/>
    <p:sldId id="2147376927" r:id="rId6"/>
    <p:sldId id="297" r:id="rId7"/>
  </p:sldIdLst>
  <p:sldSz cx="12192000" cy="6858000"/>
  <p:notesSz cx="6858000" cy="9144000"/>
  <p:embeddedFontLs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Josefin Sans" pitchFamily="2" charset="77"/>
      <p:regular r:id="rId13"/>
      <p:bold r:id="rId14"/>
    </p:embeddedFont>
    <p:embeddedFont>
      <p:font typeface="Poppins" pitchFamily="2" charset="77"/>
      <p:regular r:id="rId15"/>
      <p:bold r:id="rId16"/>
      <p:italic r:id="rId17"/>
      <p:boldItalic r:id="rId18"/>
    </p:embeddedFont>
    <p:embeddedFont>
      <p:font typeface="Tahoma" panose="020B0604030504040204" pitchFamily="34" charset="0"/>
      <p:regular r:id="rId19"/>
      <p:bold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D5EA"/>
    <a:srgbClr val="E9EBF5"/>
    <a:srgbClr val="C9C7C7"/>
    <a:srgbClr val="92D050"/>
    <a:srgbClr val="CEE2EE"/>
    <a:srgbClr val="CDE2EE"/>
    <a:srgbClr val="D7E2C3"/>
    <a:srgbClr val="D7E3C3"/>
    <a:srgbClr val="63A3C8"/>
    <a:srgbClr val="62A3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76" autoAdjust="0"/>
    <p:restoredTop sz="88482" autoAdjust="0"/>
  </p:normalViewPr>
  <p:slideViewPr>
    <p:cSldViewPr snapToGrid="0">
      <p:cViewPr varScale="1">
        <p:scale>
          <a:sx n="114" d="100"/>
          <a:sy n="114" d="100"/>
        </p:scale>
        <p:origin x="20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90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customXml" Target="../customXml/item2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font" Target="fonts/font3.fntdata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font" Target="fonts/font7.fntdata"/><Relationship Id="rId23" Type="http://schemas.openxmlformats.org/officeDocument/2006/relationships/theme" Target="theme/theme1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Master" Target="slideMasters/slideMaster1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Poppins" pitchFamily="2" charset="77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Poppins" pitchFamily="2" charset="77"/>
              </a:defRPr>
            </a:lvl1pPr>
          </a:lstStyle>
          <a:p>
            <a:fld id="{A4C22A09-8C88-7B41-A1E4-3E4536C7596B}" type="datetimeFigureOut">
              <a:rPr lang="en-GB" smtClean="0"/>
              <a:pPr/>
              <a:t>12/06/2026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Poppins" pitchFamily="2" charset="77"/>
              </a:defRPr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Poppins" pitchFamily="2" charset="77"/>
              </a:defRPr>
            </a:lvl1pPr>
          </a:lstStyle>
          <a:p>
            <a:fld id="{EF44B549-58DC-5D4A-8B1D-E4CFD6F2EF1F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39060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Poppins" pitchFamily="2" charset="77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Poppins" pitchFamily="2" charset="77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Poppins" pitchFamily="2" charset="77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Poppins" pitchFamily="2" charset="77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Poppins" pitchFamily="2" charset="77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0"/>
          </p:nvPr>
        </p:nvSpPr>
        <p:spPr>
          <a:xfrm>
            <a:off x="5022380" y="1713229"/>
            <a:ext cx="6631238" cy="4572000"/>
          </a:xfrm>
          <a:custGeom>
            <a:avLst/>
            <a:gdLst>
              <a:gd name="connsiteX0" fmla="*/ 0 w 6631238"/>
              <a:gd name="connsiteY0" fmla="*/ 0 h 4572000"/>
              <a:gd name="connsiteX1" fmla="*/ 6631238 w 6631238"/>
              <a:gd name="connsiteY1" fmla="*/ 0 h 4572000"/>
              <a:gd name="connsiteX2" fmla="*/ 6631238 w 6631238"/>
              <a:gd name="connsiteY2" fmla="*/ 4572000 h 4572000"/>
              <a:gd name="connsiteX3" fmla="*/ 0 w 6631238"/>
              <a:gd name="connsiteY3" fmla="*/ 457200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31238" h="4572000">
                <a:moveTo>
                  <a:pt x="0" y="0"/>
                </a:moveTo>
                <a:lnTo>
                  <a:pt x="6631238" y="0"/>
                </a:lnTo>
                <a:lnTo>
                  <a:pt x="6631238" y="4572000"/>
                </a:lnTo>
                <a:lnTo>
                  <a:pt x="0" y="4572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900" b="0" i="0">
                <a:latin typeface="Poppins" pitchFamily="2" charset="77"/>
                <a:cs typeface="Poppins" pitchFamily="2" charset="77"/>
              </a:defRPr>
            </a:lvl1pPr>
          </a:lstStyle>
          <a:p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BCA4524-3362-6C74-6822-8FD52A0D3747}"/>
              </a:ext>
            </a:extLst>
          </p:cNvPr>
          <p:cNvCxnSpPr>
            <a:cxnSpLocks/>
          </p:cNvCxnSpPr>
          <p:nvPr userDrawn="1"/>
        </p:nvCxnSpPr>
        <p:spPr>
          <a:xfrm>
            <a:off x="424377" y="2385159"/>
            <a:ext cx="0" cy="90098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1758C99-8D53-DB71-9BF9-9D35468185C1}"/>
              </a:ext>
            </a:extLst>
          </p:cNvPr>
          <p:cNvCxnSpPr>
            <a:cxnSpLocks/>
          </p:cNvCxnSpPr>
          <p:nvPr userDrawn="1"/>
        </p:nvCxnSpPr>
        <p:spPr>
          <a:xfrm>
            <a:off x="424377" y="-29280"/>
            <a:ext cx="0" cy="90204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424D05-9310-D265-FB75-02DF6B912A21}"/>
              </a:ext>
            </a:extLst>
          </p:cNvPr>
          <p:cNvCxnSpPr>
            <a:cxnSpLocks/>
          </p:cNvCxnSpPr>
          <p:nvPr userDrawn="1"/>
        </p:nvCxnSpPr>
        <p:spPr>
          <a:xfrm>
            <a:off x="424377" y="5955951"/>
            <a:ext cx="0" cy="90204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B669D9E7-6120-DC14-01C1-FB244F19C363}"/>
              </a:ext>
            </a:extLst>
          </p:cNvPr>
          <p:cNvGrpSpPr/>
          <p:nvPr userDrawn="1"/>
        </p:nvGrpSpPr>
        <p:grpSpPr>
          <a:xfrm>
            <a:off x="195777" y="1321958"/>
            <a:ext cx="457200" cy="1595073"/>
            <a:chOff x="195777" y="2126834"/>
            <a:chExt cx="457200" cy="1230729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31345B8-CCC4-CCCB-BB11-CA45BDAE5678}"/>
                </a:ext>
              </a:extLst>
            </p:cNvPr>
            <p:cNvGrpSpPr/>
            <p:nvPr/>
          </p:nvGrpSpPr>
          <p:grpSpPr>
            <a:xfrm>
              <a:off x="195777" y="2126834"/>
              <a:ext cx="457200" cy="1228851"/>
              <a:chOff x="195777" y="1422844"/>
              <a:chExt cx="457200" cy="1932841"/>
            </a:xfrm>
          </p:grpSpPr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817CE8FB-FF34-4F0F-2CA8-029541D16A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2977" y="1422844"/>
                <a:ext cx="0" cy="1932841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68F667D2-0C33-01FD-E2C6-D4F879DABE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5777" y="1422844"/>
                <a:ext cx="0" cy="1932841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BC6EA3EB-0638-F810-AE83-950F076F79FA}"/>
                </a:ext>
              </a:extLst>
            </p:cNvPr>
            <p:cNvCxnSpPr/>
            <p:nvPr/>
          </p:nvCxnSpPr>
          <p:spPr>
            <a:xfrm>
              <a:off x="195777" y="3357563"/>
              <a:ext cx="457200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Oval 12">
            <a:extLst>
              <a:ext uri="{FF2B5EF4-FFF2-40B4-BE49-F238E27FC236}">
                <a16:creationId xmlns:a16="http://schemas.microsoft.com/office/drawing/2014/main" id="{1C179283-C04C-3A63-1949-3934BB9C0EA4}"/>
              </a:ext>
            </a:extLst>
          </p:cNvPr>
          <p:cNvSpPr/>
          <p:nvPr userDrawn="1"/>
        </p:nvSpPr>
        <p:spPr>
          <a:xfrm>
            <a:off x="343929" y="2335361"/>
            <a:ext cx="160896" cy="16089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Poppins" pitchFamily="2" charset="7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288B438-54B2-1258-C65F-2344B13809F0}"/>
              </a:ext>
            </a:extLst>
          </p:cNvPr>
          <p:cNvSpPr txBox="1"/>
          <p:nvPr userDrawn="1"/>
        </p:nvSpPr>
        <p:spPr>
          <a:xfrm rot="16200000">
            <a:off x="-1020990" y="4522678"/>
            <a:ext cx="28907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0" i="0" spc="0" dirty="0">
                <a:latin typeface="Poppins" pitchFamily="2" charset="77"/>
                <a:ea typeface="Inter Medium" panose="02000503000000020004" pitchFamily="2" charset="0"/>
                <a:cs typeface="Poppins" pitchFamily="2" charset="77"/>
              </a:rPr>
              <a:t>  Sinar Mas Agribusiness and Food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5343D5F-7787-DBD3-758A-3AE5111882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724" y="7576"/>
            <a:ext cx="4480277" cy="1564541"/>
          </a:xfrm>
          <a:prstGeom prst="rect">
            <a:avLst/>
          </a:prstGeom>
        </p:spPr>
      </p:pic>
      <p:pic>
        <p:nvPicPr>
          <p:cNvPr id="14" name="Picture Placeholder 2">
            <a:extLst>
              <a:ext uri="{FF2B5EF4-FFF2-40B4-BE49-F238E27FC236}">
                <a16:creationId xmlns:a16="http://schemas.microsoft.com/office/drawing/2014/main" id="{2A225D15-6B91-4AEF-B7E2-9703AF3B02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134" b="15525"/>
          <a:stretch/>
        </p:blipFill>
        <p:spPr>
          <a:xfrm>
            <a:off x="11464707" y="6458240"/>
            <a:ext cx="727293" cy="387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5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6336703" y="1759724"/>
            <a:ext cx="4842241" cy="3338551"/>
          </a:xfrm>
          <a:custGeom>
            <a:avLst/>
            <a:gdLst>
              <a:gd name="connsiteX0" fmla="*/ 0 w 6631238"/>
              <a:gd name="connsiteY0" fmla="*/ 0 h 4572000"/>
              <a:gd name="connsiteX1" fmla="*/ 6631238 w 6631238"/>
              <a:gd name="connsiteY1" fmla="*/ 0 h 4572000"/>
              <a:gd name="connsiteX2" fmla="*/ 6631238 w 6631238"/>
              <a:gd name="connsiteY2" fmla="*/ 4572000 h 4572000"/>
              <a:gd name="connsiteX3" fmla="*/ 0 w 6631238"/>
              <a:gd name="connsiteY3" fmla="*/ 457200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31238" h="4572000">
                <a:moveTo>
                  <a:pt x="0" y="0"/>
                </a:moveTo>
                <a:lnTo>
                  <a:pt x="6631238" y="0"/>
                </a:lnTo>
                <a:lnTo>
                  <a:pt x="6631238" y="4572000"/>
                </a:lnTo>
                <a:lnTo>
                  <a:pt x="0" y="4572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900" b="0" i="0">
                <a:latin typeface="Poppins" pitchFamily="2" charset="77"/>
                <a:cs typeface="Poppins" pitchFamily="2" charset="77"/>
              </a:defRPr>
            </a:lvl1pPr>
          </a:lstStyle>
          <a:p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E23469C-564F-2F8F-4479-8DE1654F5832}"/>
              </a:ext>
            </a:extLst>
          </p:cNvPr>
          <p:cNvCxnSpPr>
            <a:cxnSpLocks/>
          </p:cNvCxnSpPr>
          <p:nvPr userDrawn="1"/>
        </p:nvCxnSpPr>
        <p:spPr>
          <a:xfrm>
            <a:off x="424377" y="2385159"/>
            <a:ext cx="0" cy="90098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FBE98FE-2F1E-30D4-3B9E-64B9D88F6619}"/>
              </a:ext>
            </a:extLst>
          </p:cNvPr>
          <p:cNvCxnSpPr>
            <a:cxnSpLocks/>
          </p:cNvCxnSpPr>
          <p:nvPr userDrawn="1"/>
        </p:nvCxnSpPr>
        <p:spPr>
          <a:xfrm>
            <a:off x="424377" y="-29280"/>
            <a:ext cx="0" cy="90204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8D1C96D-9578-75D3-7DF4-CD35BB587D63}"/>
              </a:ext>
            </a:extLst>
          </p:cNvPr>
          <p:cNvCxnSpPr>
            <a:cxnSpLocks/>
          </p:cNvCxnSpPr>
          <p:nvPr userDrawn="1"/>
        </p:nvCxnSpPr>
        <p:spPr>
          <a:xfrm>
            <a:off x="424377" y="5955951"/>
            <a:ext cx="0" cy="90204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BF958875-FB7F-13B5-5D4E-2573919AA8F5}"/>
              </a:ext>
            </a:extLst>
          </p:cNvPr>
          <p:cNvGrpSpPr/>
          <p:nvPr userDrawn="1"/>
        </p:nvGrpSpPr>
        <p:grpSpPr>
          <a:xfrm>
            <a:off x="195777" y="1321958"/>
            <a:ext cx="457200" cy="1595073"/>
            <a:chOff x="195777" y="2126834"/>
            <a:chExt cx="457200" cy="1230729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2D974150-569F-EB98-7EC4-9650D0D58B01}"/>
                </a:ext>
              </a:extLst>
            </p:cNvPr>
            <p:cNvGrpSpPr/>
            <p:nvPr/>
          </p:nvGrpSpPr>
          <p:grpSpPr>
            <a:xfrm>
              <a:off x="195777" y="2126834"/>
              <a:ext cx="457200" cy="1228851"/>
              <a:chOff x="195777" y="1422844"/>
              <a:chExt cx="457200" cy="1932841"/>
            </a:xfrm>
          </p:grpSpPr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B0036E0A-7354-4758-0FE1-7DD7C673AD9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2977" y="1422844"/>
                <a:ext cx="0" cy="1932841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198366D1-24BF-A355-2CEA-53ECA25779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5777" y="1422844"/>
                <a:ext cx="0" cy="1932841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D295265-6CF1-0F45-45B7-C50E07E70D87}"/>
                </a:ext>
              </a:extLst>
            </p:cNvPr>
            <p:cNvCxnSpPr/>
            <p:nvPr/>
          </p:nvCxnSpPr>
          <p:spPr>
            <a:xfrm>
              <a:off x="195777" y="3357563"/>
              <a:ext cx="457200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Oval 11">
            <a:extLst>
              <a:ext uri="{FF2B5EF4-FFF2-40B4-BE49-F238E27FC236}">
                <a16:creationId xmlns:a16="http://schemas.microsoft.com/office/drawing/2014/main" id="{FC6A056D-D3F3-9ED0-3F2C-08466B50B730}"/>
              </a:ext>
            </a:extLst>
          </p:cNvPr>
          <p:cNvSpPr/>
          <p:nvPr userDrawn="1"/>
        </p:nvSpPr>
        <p:spPr>
          <a:xfrm>
            <a:off x="343929" y="2335361"/>
            <a:ext cx="160896" cy="16089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Poppins" pitchFamily="2" charset="77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8ABE203-7197-C44B-7E6F-E4B4CAB68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b="0" i="0">
                <a:latin typeface="Poppins" pitchFamily="2" charset="77"/>
                <a:cs typeface="Poppins" pitchFamily="2" charset="77"/>
              </a:defRPr>
            </a:lvl1pPr>
          </a:lstStyle>
          <a:p>
            <a:fld id="{F1F15BC3-E631-B14B-9FFB-6B8007EEF76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8E82175A-75A0-6ED8-E9C2-42F9FA6B8C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73075" y="243277"/>
            <a:ext cx="4594548" cy="5167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 b="0" i="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Title &amp; Title</a:t>
            </a: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FB37EECA-FDCC-B8BC-52C4-6F35B68C89F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33488" y="1759711"/>
            <a:ext cx="4098792" cy="3338551"/>
          </a:xfrm>
        </p:spPr>
        <p:txBody>
          <a:bodyPr/>
          <a:lstStyle>
            <a:lvl1pPr marL="0" indent="0">
              <a:buNone/>
              <a:defRPr b="0" i="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en-GB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9CE8BF11-A484-A9FA-9D3E-B29309D970A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824" y="51410"/>
            <a:ext cx="2352676" cy="82156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1C1AE5A-0813-E514-4B1E-05238ED1EB52}"/>
              </a:ext>
            </a:extLst>
          </p:cNvPr>
          <p:cNvSpPr txBox="1"/>
          <p:nvPr userDrawn="1"/>
        </p:nvSpPr>
        <p:spPr>
          <a:xfrm rot="16200000">
            <a:off x="-1020990" y="4522678"/>
            <a:ext cx="28907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0" i="0" spc="0" dirty="0">
                <a:latin typeface="Poppins" pitchFamily="2" charset="77"/>
                <a:ea typeface="Inter Medium" panose="02000503000000020004" pitchFamily="2" charset="0"/>
                <a:cs typeface="Poppins" pitchFamily="2" charset="77"/>
              </a:rPr>
              <a:t>  Sinar Mas Agribusiness and Food</a:t>
            </a:r>
          </a:p>
        </p:txBody>
      </p:sp>
      <p:pic>
        <p:nvPicPr>
          <p:cNvPr id="17" name="Picture Placeholder 2">
            <a:extLst>
              <a:ext uri="{FF2B5EF4-FFF2-40B4-BE49-F238E27FC236}">
                <a16:creationId xmlns:a16="http://schemas.microsoft.com/office/drawing/2014/main" id="{BDEBBB2F-6829-4ED0-8438-A4D67366B6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134" b="15525"/>
          <a:stretch/>
        </p:blipFill>
        <p:spPr>
          <a:xfrm>
            <a:off x="11464707" y="6458240"/>
            <a:ext cx="727293" cy="387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664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Image or Table of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5353545" y="2782394"/>
            <a:ext cx="2643827" cy="3560349"/>
          </a:xfrm>
          <a:custGeom>
            <a:avLst/>
            <a:gdLst>
              <a:gd name="connsiteX0" fmla="*/ 0 w 6631238"/>
              <a:gd name="connsiteY0" fmla="*/ 0 h 4572000"/>
              <a:gd name="connsiteX1" fmla="*/ 6631238 w 6631238"/>
              <a:gd name="connsiteY1" fmla="*/ 0 h 4572000"/>
              <a:gd name="connsiteX2" fmla="*/ 6631238 w 6631238"/>
              <a:gd name="connsiteY2" fmla="*/ 4572000 h 4572000"/>
              <a:gd name="connsiteX3" fmla="*/ 0 w 6631238"/>
              <a:gd name="connsiteY3" fmla="*/ 457200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31238" h="4572000">
                <a:moveTo>
                  <a:pt x="0" y="0"/>
                </a:moveTo>
                <a:lnTo>
                  <a:pt x="6631238" y="0"/>
                </a:lnTo>
                <a:lnTo>
                  <a:pt x="6631238" y="4572000"/>
                </a:lnTo>
                <a:lnTo>
                  <a:pt x="0" y="4572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900" b="0" i="0">
                <a:latin typeface="Poppins" pitchFamily="2" charset="77"/>
                <a:cs typeface="Poppins" pitchFamily="2" charset="77"/>
              </a:defRPr>
            </a:lvl1pPr>
          </a:lstStyle>
          <a:p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AC4D28D-302A-26BA-A2DB-2ED78B1DDBA9}"/>
              </a:ext>
            </a:extLst>
          </p:cNvPr>
          <p:cNvCxnSpPr>
            <a:cxnSpLocks/>
          </p:cNvCxnSpPr>
          <p:nvPr userDrawn="1"/>
        </p:nvCxnSpPr>
        <p:spPr>
          <a:xfrm>
            <a:off x="424377" y="2385159"/>
            <a:ext cx="0" cy="90098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C727E6F-D9E6-D89B-FD17-9EF8DC236E54}"/>
              </a:ext>
            </a:extLst>
          </p:cNvPr>
          <p:cNvCxnSpPr>
            <a:cxnSpLocks/>
          </p:cNvCxnSpPr>
          <p:nvPr userDrawn="1"/>
        </p:nvCxnSpPr>
        <p:spPr>
          <a:xfrm>
            <a:off x="424377" y="-29280"/>
            <a:ext cx="0" cy="90204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C47B544-F4D8-FA3A-B960-5345C594144B}"/>
              </a:ext>
            </a:extLst>
          </p:cNvPr>
          <p:cNvCxnSpPr>
            <a:cxnSpLocks/>
          </p:cNvCxnSpPr>
          <p:nvPr userDrawn="1"/>
        </p:nvCxnSpPr>
        <p:spPr>
          <a:xfrm>
            <a:off x="424377" y="5955951"/>
            <a:ext cx="0" cy="90204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E2990AAF-58DF-A5E7-4530-BE3FD939CD4D}"/>
              </a:ext>
            </a:extLst>
          </p:cNvPr>
          <p:cNvGrpSpPr/>
          <p:nvPr userDrawn="1"/>
        </p:nvGrpSpPr>
        <p:grpSpPr>
          <a:xfrm>
            <a:off x="195777" y="1321958"/>
            <a:ext cx="457200" cy="1595073"/>
            <a:chOff x="195777" y="2126834"/>
            <a:chExt cx="457200" cy="1230729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4BB8482-E447-27C1-F295-2F377E9186A9}"/>
                </a:ext>
              </a:extLst>
            </p:cNvPr>
            <p:cNvGrpSpPr/>
            <p:nvPr/>
          </p:nvGrpSpPr>
          <p:grpSpPr>
            <a:xfrm>
              <a:off x="195777" y="2126834"/>
              <a:ext cx="457200" cy="1228851"/>
              <a:chOff x="195777" y="1422844"/>
              <a:chExt cx="457200" cy="1932841"/>
            </a:xfrm>
          </p:grpSpPr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F1E4DB08-E780-F2CD-0803-F848A77E29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2977" y="1422844"/>
                <a:ext cx="0" cy="1932841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DAB98B18-8B02-E861-909A-E319F7E881C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5777" y="1422844"/>
                <a:ext cx="0" cy="1932841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529DA1C-DD94-5DA5-831A-15608B1DEC62}"/>
                </a:ext>
              </a:extLst>
            </p:cNvPr>
            <p:cNvCxnSpPr/>
            <p:nvPr/>
          </p:nvCxnSpPr>
          <p:spPr>
            <a:xfrm>
              <a:off x="195777" y="3357563"/>
              <a:ext cx="457200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Oval 11">
            <a:extLst>
              <a:ext uri="{FF2B5EF4-FFF2-40B4-BE49-F238E27FC236}">
                <a16:creationId xmlns:a16="http://schemas.microsoft.com/office/drawing/2014/main" id="{C49D9F15-2E63-7098-E5D1-70D1341264D3}"/>
              </a:ext>
            </a:extLst>
          </p:cNvPr>
          <p:cNvSpPr/>
          <p:nvPr userDrawn="1"/>
        </p:nvSpPr>
        <p:spPr>
          <a:xfrm>
            <a:off x="343929" y="2335361"/>
            <a:ext cx="160896" cy="16089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Poppins" pitchFamily="2" charset="77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8FA5EAC6-50FB-E17C-A15B-363AAC30B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b="0" i="0">
                <a:latin typeface="Poppins" pitchFamily="2" charset="77"/>
                <a:cs typeface="Poppins" pitchFamily="2" charset="77"/>
              </a:defRPr>
            </a:lvl1pPr>
          </a:lstStyle>
          <a:p>
            <a:fld id="{BD89B6C5-D0AE-6E41-AC4E-CC6E8A7BFC8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73557DE-2C9C-5248-B46F-B3B0A1EE3F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824" y="51410"/>
            <a:ext cx="2352676" cy="82156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3698901-BD64-22D3-DAD3-E022F252F196}"/>
              </a:ext>
            </a:extLst>
          </p:cNvPr>
          <p:cNvSpPr txBox="1"/>
          <p:nvPr userDrawn="1"/>
        </p:nvSpPr>
        <p:spPr>
          <a:xfrm rot="16200000">
            <a:off x="-1020990" y="4522678"/>
            <a:ext cx="28907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0" i="0" spc="0" dirty="0">
                <a:latin typeface="Poppins" pitchFamily="2" charset="77"/>
                <a:ea typeface="Inter Medium" panose="02000503000000020004" pitchFamily="2" charset="0"/>
                <a:cs typeface="Poppins" pitchFamily="2" charset="77"/>
              </a:rPr>
              <a:t>  Sinar Mas Agribusiness and Food</a:t>
            </a:r>
          </a:p>
        </p:txBody>
      </p:sp>
      <p:pic>
        <p:nvPicPr>
          <p:cNvPr id="15" name="Picture Placeholder 2">
            <a:extLst>
              <a:ext uri="{FF2B5EF4-FFF2-40B4-BE49-F238E27FC236}">
                <a16:creationId xmlns:a16="http://schemas.microsoft.com/office/drawing/2014/main" id="{7D2564BD-D748-4EFB-B423-4FF7FEACEBC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134" b="15525"/>
          <a:stretch/>
        </p:blipFill>
        <p:spPr>
          <a:xfrm>
            <a:off x="11464707" y="6458240"/>
            <a:ext cx="727293" cy="387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038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0"/>
          </p:nvPr>
        </p:nvSpPr>
        <p:spPr>
          <a:xfrm>
            <a:off x="4656878" y="2186030"/>
            <a:ext cx="2473729" cy="3769921"/>
          </a:xfrm>
          <a:custGeom>
            <a:avLst/>
            <a:gdLst>
              <a:gd name="connsiteX0" fmla="*/ 0 w 6631238"/>
              <a:gd name="connsiteY0" fmla="*/ 0 h 4572000"/>
              <a:gd name="connsiteX1" fmla="*/ 6631238 w 6631238"/>
              <a:gd name="connsiteY1" fmla="*/ 0 h 4572000"/>
              <a:gd name="connsiteX2" fmla="*/ 6631238 w 6631238"/>
              <a:gd name="connsiteY2" fmla="*/ 4572000 h 4572000"/>
              <a:gd name="connsiteX3" fmla="*/ 0 w 6631238"/>
              <a:gd name="connsiteY3" fmla="*/ 457200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31238" h="4572000">
                <a:moveTo>
                  <a:pt x="0" y="0"/>
                </a:moveTo>
                <a:lnTo>
                  <a:pt x="6631238" y="0"/>
                </a:lnTo>
                <a:lnTo>
                  <a:pt x="6631238" y="4572000"/>
                </a:lnTo>
                <a:lnTo>
                  <a:pt x="0" y="4572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900" b="0" i="0">
                <a:latin typeface="Poppins" pitchFamily="2" charset="77"/>
                <a:cs typeface="Poppins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1"/>
          </p:nvPr>
        </p:nvSpPr>
        <p:spPr>
          <a:xfrm>
            <a:off x="3339959" y="3936236"/>
            <a:ext cx="1163325" cy="1184820"/>
          </a:xfrm>
          <a:custGeom>
            <a:avLst/>
            <a:gdLst>
              <a:gd name="connsiteX0" fmla="*/ 0 w 6631238"/>
              <a:gd name="connsiteY0" fmla="*/ 0 h 4572000"/>
              <a:gd name="connsiteX1" fmla="*/ 6631238 w 6631238"/>
              <a:gd name="connsiteY1" fmla="*/ 0 h 4572000"/>
              <a:gd name="connsiteX2" fmla="*/ 6631238 w 6631238"/>
              <a:gd name="connsiteY2" fmla="*/ 4572000 h 4572000"/>
              <a:gd name="connsiteX3" fmla="*/ 0 w 6631238"/>
              <a:gd name="connsiteY3" fmla="*/ 457200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31238" h="4572000">
                <a:moveTo>
                  <a:pt x="0" y="0"/>
                </a:moveTo>
                <a:lnTo>
                  <a:pt x="6631238" y="0"/>
                </a:lnTo>
                <a:lnTo>
                  <a:pt x="6631238" y="4572000"/>
                </a:lnTo>
                <a:lnTo>
                  <a:pt x="0" y="4572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900" b="0" i="0">
                <a:latin typeface="Poppins" pitchFamily="2" charset="77"/>
                <a:cs typeface="Poppins" pitchFamily="2" charset="77"/>
              </a:defRPr>
            </a:lvl1pPr>
          </a:lstStyle>
          <a:p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9EF135D-E709-0B33-F50E-B56849F32CA2}"/>
              </a:ext>
            </a:extLst>
          </p:cNvPr>
          <p:cNvCxnSpPr>
            <a:cxnSpLocks/>
          </p:cNvCxnSpPr>
          <p:nvPr userDrawn="1"/>
        </p:nvCxnSpPr>
        <p:spPr>
          <a:xfrm>
            <a:off x="424377" y="2385159"/>
            <a:ext cx="0" cy="90098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527403A-BB0C-724A-CD4C-E53B26B50094}"/>
              </a:ext>
            </a:extLst>
          </p:cNvPr>
          <p:cNvCxnSpPr>
            <a:cxnSpLocks/>
          </p:cNvCxnSpPr>
          <p:nvPr userDrawn="1"/>
        </p:nvCxnSpPr>
        <p:spPr>
          <a:xfrm>
            <a:off x="424377" y="-29280"/>
            <a:ext cx="0" cy="90204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1E71DCE-8267-0711-938C-A07082C36411}"/>
              </a:ext>
            </a:extLst>
          </p:cNvPr>
          <p:cNvCxnSpPr>
            <a:cxnSpLocks/>
          </p:cNvCxnSpPr>
          <p:nvPr userDrawn="1"/>
        </p:nvCxnSpPr>
        <p:spPr>
          <a:xfrm>
            <a:off x="424377" y="5955951"/>
            <a:ext cx="0" cy="90204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7003118E-799B-A910-5A92-06E74218C41B}"/>
              </a:ext>
            </a:extLst>
          </p:cNvPr>
          <p:cNvGrpSpPr/>
          <p:nvPr userDrawn="1"/>
        </p:nvGrpSpPr>
        <p:grpSpPr>
          <a:xfrm>
            <a:off x="195777" y="1321958"/>
            <a:ext cx="457200" cy="1595073"/>
            <a:chOff x="195777" y="2126834"/>
            <a:chExt cx="457200" cy="1230729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6FCB14AF-9264-785E-8616-D624F74354F8}"/>
                </a:ext>
              </a:extLst>
            </p:cNvPr>
            <p:cNvGrpSpPr/>
            <p:nvPr/>
          </p:nvGrpSpPr>
          <p:grpSpPr>
            <a:xfrm>
              <a:off x="195777" y="2126834"/>
              <a:ext cx="457200" cy="1228851"/>
              <a:chOff x="195777" y="1422844"/>
              <a:chExt cx="457200" cy="1932841"/>
            </a:xfrm>
          </p:grpSpPr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D3C5DB57-E54B-1632-557E-01CED1F3EDF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2977" y="1422844"/>
                <a:ext cx="0" cy="1932841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58BD1A46-349A-3E5E-2725-18437E75F3D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5777" y="1422844"/>
                <a:ext cx="0" cy="1932841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8A75B2BB-60FD-82B0-97D6-88D8A5B07B62}"/>
                </a:ext>
              </a:extLst>
            </p:cNvPr>
            <p:cNvCxnSpPr/>
            <p:nvPr/>
          </p:nvCxnSpPr>
          <p:spPr>
            <a:xfrm>
              <a:off x="195777" y="3357563"/>
              <a:ext cx="457200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Oval 12">
            <a:extLst>
              <a:ext uri="{FF2B5EF4-FFF2-40B4-BE49-F238E27FC236}">
                <a16:creationId xmlns:a16="http://schemas.microsoft.com/office/drawing/2014/main" id="{7CF19CB1-D759-2037-5BA6-3F7DDA33A316}"/>
              </a:ext>
            </a:extLst>
          </p:cNvPr>
          <p:cNvSpPr/>
          <p:nvPr userDrawn="1"/>
        </p:nvSpPr>
        <p:spPr>
          <a:xfrm>
            <a:off x="343929" y="2335361"/>
            <a:ext cx="160896" cy="16089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Poppins" pitchFamily="2" charset="77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D0D9C0B8-825D-67EC-EE53-12E563BA2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b="0" i="0">
                <a:latin typeface="Poppins" pitchFamily="2" charset="77"/>
                <a:cs typeface="Poppins" pitchFamily="2" charset="77"/>
              </a:defRPr>
            </a:lvl1pPr>
          </a:lstStyle>
          <a:p>
            <a:fld id="{98CD55CA-889C-9E4F-81F2-8A48C34EE7B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8DD221B-EFBD-5E56-1081-5587C9341E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824" y="51410"/>
            <a:ext cx="2352676" cy="82156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26179F6-818F-EBCB-6548-453EEA29DE5A}"/>
              </a:ext>
            </a:extLst>
          </p:cNvPr>
          <p:cNvSpPr txBox="1"/>
          <p:nvPr userDrawn="1"/>
        </p:nvSpPr>
        <p:spPr>
          <a:xfrm rot="16200000">
            <a:off x="-1020990" y="4522678"/>
            <a:ext cx="28907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0" i="0" spc="0" dirty="0">
                <a:latin typeface="Poppins" pitchFamily="2" charset="77"/>
                <a:ea typeface="Inter Medium" panose="02000503000000020004" pitchFamily="2" charset="0"/>
                <a:cs typeface="Poppins" pitchFamily="2" charset="77"/>
              </a:rPr>
              <a:t>  Sinar Mas Agribusiness and Food</a:t>
            </a:r>
          </a:p>
        </p:txBody>
      </p:sp>
      <p:pic>
        <p:nvPicPr>
          <p:cNvPr id="16" name="Picture Placeholder 2">
            <a:extLst>
              <a:ext uri="{FF2B5EF4-FFF2-40B4-BE49-F238E27FC236}">
                <a16:creationId xmlns:a16="http://schemas.microsoft.com/office/drawing/2014/main" id="{148772D9-F4EA-4F96-9E90-99A1D42673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134" b="15525"/>
          <a:stretch/>
        </p:blipFill>
        <p:spPr>
          <a:xfrm>
            <a:off x="11464707" y="6458240"/>
            <a:ext cx="727293" cy="387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6217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Big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0"/>
          </p:nvPr>
        </p:nvSpPr>
        <p:spPr>
          <a:xfrm>
            <a:off x="7707086" y="981711"/>
            <a:ext cx="3817257" cy="5876289"/>
          </a:xfrm>
          <a:custGeom>
            <a:avLst/>
            <a:gdLst>
              <a:gd name="connsiteX0" fmla="*/ 0 w 6631238"/>
              <a:gd name="connsiteY0" fmla="*/ 0 h 4572000"/>
              <a:gd name="connsiteX1" fmla="*/ 6631238 w 6631238"/>
              <a:gd name="connsiteY1" fmla="*/ 0 h 4572000"/>
              <a:gd name="connsiteX2" fmla="*/ 6631238 w 6631238"/>
              <a:gd name="connsiteY2" fmla="*/ 4572000 h 4572000"/>
              <a:gd name="connsiteX3" fmla="*/ 0 w 6631238"/>
              <a:gd name="connsiteY3" fmla="*/ 457200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31238" h="4572000">
                <a:moveTo>
                  <a:pt x="0" y="0"/>
                </a:moveTo>
                <a:lnTo>
                  <a:pt x="6631238" y="0"/>
                </a:lnTo>
                <a:lnTo>
                  <a:pt x="6631238" y="4572000"/>
                </a:lnTo>
                <a:lnTo>
                  <a:pt x="0" y="4572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900" b="0" i="0">
                <a:latin typeface="Poppins" pitchFamily="2" charset="77"/>
                <a:cs typeface="Poppins" pitchFamily="2" charset="77"/>
              </a:defRPr>
            </a:lvl1pPr>
          </a:lstStyle>
          <a:p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12D6951-252E-44B5-ADFD-55811AEBAF88}"/>
              </a:ext>
            </a:extLst>
          </p:cNvPr>
          <p:cNvCxnSpPr>
            <a:cxnSpLocks/>
          </p:cNvCxnSpPr>
          <p:nvPr userDrawn="1"/>
        </p:nvCxnSpPr>
        <p:spPr>
          <a:xfrm>
            <a:off x="424377" y="2385159"/>
            <a:ext cx="0" cy="90098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CD34E1D-C8AC-59BD-B32B-FE75A94C2210}"/>
              </a:ext>
            </a:extLst>
          </p:cNvPr>
          <p:cNvCxnSpPr>
            <a:cxnSpLocks/>
          </p:cNvCxnSpPr>
          <p:nvPr userDrawn="1"/>
        </p:nvCxnSpPr>
        <p:spPr>
          <a:xfrm>
            <a:off x="424377" y="-29280"/>
            <a:ext cx="0" cy="90204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0853A50-31CC-EF47-A649-D8ADC49AA0BA}"/>
              </a:ext>
            </a:extLst>
          </p:cNvPr>
          <p:cNvCxnSpPr>
            <a:cxnSpLocks/>
          </p:cNvCxnSpPr>
          <p:nvPr userDrawn="1"/>
        </p:nvCxnSpPr>
        <p:spPr>
          <a:xfrm>
            <a:off x="424377" y="5955951"/>
            <a:ext cx="0" cy="90204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DDA4334D-5735-D4C6-4CC4-71F7C2973A84}"/>
              </a:ext>
            </a:extLst>
          </p:cNvPr>
          <p:cNvGrpSpPr/>
          <p:nvPr userDrawn="1"/>
        </p:nvGrpSpPr>
        <p:grpSpPr>
          <a:xfrm>
            <a:off x="195777" y="1321958"/>
            <a:ext cx="457200" cy="1595073"/>
            <a:chOff x="195777" y="2126834"/>
            <a:chExt cx="457200" cy="1230729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E6108EF-193F-3528-9CA6-A21534DFA4A8}"/>
                </a:ext>
              </a:extLst>
            </p:cNvPr>
            <p:cNvGrpSpPr/>
            <p:nvPr/>
          </p:nvGrpSpPr>
          <p:grpSpPr>
            <a:xfrm>
              <a:off x="195777" y="2126834"/>
              <a:ext cx="457200" cy="1228851"/>
              <a:chOff x="195777" y="1422844"/>
              <a:chExt cx="457200" cy="1932841"/>
            </a:xfrm>
          </p:grpSpPr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2FE64040-707E-9396-1596-4818B56DB50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2977" y="1422844"/>
                <a:ext cx="0" cy="1932841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63450A5E-39A1-3815-AD47-D51A9BC157E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5777" y="1422844"/>
                <a:ext cx="0" cy="1932841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4D737B1-6425-AA01-F84A-020D2B57A959}"/>
                </a:ext>
              </a:extLst>
            </p:cNvPr>
            <p:cNvCxnSpPr/>
            <p:nvPr/>
          </p:nvCxnSpPr>
          <p:spPr>
            <a:xfrm>
              <a:off x="195777" y="3357563"/>
              <a:ext cx="457200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Oval 11">
            <a:extLst>
              <a:ext uri="{FF2B5EF4-FFF2-40B4-BE49-F238E27FC236}">
                <a16:creationId xmlns:a16="http://schemas.microsoft.com/office/drawing/2014/main" id="{318159CD-A63B-6D06-021D-4E8BF223374B}"/>
              </a:ext>
            </a:extLst>
          </p:cNvPr>
          <p:cNvSpPr/>
          <p:nvPr userDrawn="1"/>
        </p:nvSpPr>
        <p:spPr>
          <a:xfrm>
            <a:off x="343929" y="2335361"/>
            <a:ext cx="160896" cy="16089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Poppins" pitchFamily="2" charset="77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5B96CBAB-B885-A013-D00D-0C4167BBB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b="0" i="0">
                <a:latin typeface="Poppins" pitchFamily="2" charset="77"/>
                <a:cs typeface="Poppins" pitchFamily="2" charset="77"/>
              </a:defRPr>
            </a:lvl1pPr>
          </a:lstStyle>
          <a:p>
            <a:fld id="{20372125-2273-1242-9B3B-9E72C8374A0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1B4224F-C8EC-A2AF-7EF5-4FD7D63624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824" y="51410"/>
            <a:ext cx="2352676" cy="82156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A6A11A8-36B4-5DD6-20B6-C47A10BD3025}"/>
              </a:ext>
            </a:extLst>
          </p:cNvPr>
          <p:cNvSpPr txBox="1"/>
          <p:nvPr userDrawn="1"/>
        </p:nvSpPr>
        <p:spPr>
          <a:xfrm rot="16200000">
            <a:off x="-1020990" y="4522678"/>
            <a:ext cx="28907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0" i="0" spc="0" dirty="0">
                <a:latin typeface="Poppins" pitchFamily="2" charset="77"/>
                <a:ea typeface="Inter Medium" panose="02000503000000020004" pitchFamily="2" charset="0"/>
                <a:cs typeface="Poppins" pitchFamily="2" charset="77"/>
              </a:rPr>
              <a:t>  Sinar Mas Agribusiness and Food</a:t>
            </a:r>
          </a:p>
        </p:txBody>
      </p:sp>
      <p:pic>
        <p:nvPicPr>
          <p:cNvPr id="15" name="Picture Placeholder 2">
            <a:extLst>
              <a:ext uri="{FF2B5EF4-FFF2-40B4-BE49-F238E27FC236}">
                <a16:creationId xmlns:a16="http://schemas.microsoft.com/office/drawing/2014/main" id="{8867660E-72A5-4554-BA51-8E59A65034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134" b="15525"/>
          <a:stretch/>
        </p:blipFill>
        <p:spPr>
          <a:xfrm>
            <a:off x="11464707" y="6458240"/>
            <a:ext cx="727293" cy="387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159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Big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8551327" y="1143000"/>
            <a:ext cx="2861745" cy="4572000"/>
          </a:xfrm>
          <a:custGeom>
            <a:avLst/>
            <a:gdLst>
              <a:gd name="connsiteX0" fmla="*/ 0 w 6631238"/>
              <a:gd name="connsiteY0" fmla="*/ 0 h 4572000"/>
              <a:gd name="connsiteX1" fmla="*/ 6631238 w 6631238"/>
              <a:gd name="connsiteY1" fmla="*/ 0 h 4572000"/>
              <a:gd name="connsiteX2" fmla="*/ 6631238 w 6631238"/>
              <a:gd name="connsiteY2" fmla="*/ 4572000 h 4572000"/>
              <a:gd name="connsiteX3" fmla="*/ 0 w 6631238"/>
              <a:gd name="connsiteY3" fmla="*/ 457200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31238" h="4572000">
                <a:moveTo>
                  <a:pt x="0" y="0"/>
                </a:moveTo>
                <a:lnTo>
                  <a:pt x="6631238" y="0"/>
                </a:lnTo>
                <a:lnTo>
                  <a:pt x="6631238" y="4572000"/>
                </a:lnTo>
                <a:lnTo>
                  <a:pt x="0" y="4572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900" b="0" i="0">
                <a:latin typeface="Poppins" pitchFamily="2" charset="77"/>
                <a:cs typeface="Poppins" pitchFamily="2" charset="77"/>
              </a:defRPr>
            </a:lvl1pPr>
          </a:lstStyle>
          <a:p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215FDE7-DB53-6B12-7CCF-DDAC1DE42A43}"/>
              </a:ext>
            </a:extLst>
          </p:cNvPr>
          <p:cNvCxnSpPr>
            <a:cxnSpLocks/>
          </p:cNvCxnSpPr>
          <p:nvPr userDrawn="1"/>
        </p:nvCxnSpPr>
        <p:spPr>
          <a:xfrm>
            <a:off x="424377" y="2385159"/>
            <a:ext cx="0" cy="90098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E1AE86E-E3AC-1E18-C397-2F1E69A44E68}"/>
              </a:ext>
            </a:extLst>
          </p:cNvPr>
          <p:cNvCxnSpPr>
            <a:cxnSpLocks/>
          </p:cNvCxnSpPr>
          <p:nvPr userDrawn="1"/>
        </p:nvCxnSpPr>
        <p:spPr>
          <a:xfrm>
            <a:off x="424377" y="-29280"/>
            <a:ext cx="0" cy="90204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FBA9EEB-186C-ED6C-B4F8-D826B5579D7C}"/>
              </a:ext>
            </a:extLst>
          </p:cNvPr>
          <p:cNvCxnSpPr>
            <a:cxnSpLocks/>
          </p:cNvCxnSpPr>
          <p:nvPr userDrawn="1"/>
        </p:nvCxnSpPr>
        <p:spPr>
          <a:xfrm>
            <a:off x="424377" y="5955951"/>
            <a:ext cx="0" cy="90204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6C90AFEC-74BB-9EE7-C8DB-3FA09FE396F7}"/>
              </a:ext>
            </a:extLst>
          </p:cNvPr>
          <p:cNvGrpSpPr/>
          <p:nvPr userDrawn="1"/>
        </p:nvGrpSpPr>
        <p:grpSpPr>
          <a:xfrm>
            <a:off x="195777" y="1321958"/>
            <a:ext cx="457200" cy="1595073"/>
            <a:chOff x="195777" y="2126834"/>
            <a:chExt cx="457200" cy="1230729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CB142A5A-6B74-EF3C-0CB8-CED010FF4837}"/>
                </a:ext>
              </a:extLst>
            </p:cNvPr>
            <p:cNvGrpSpPr/>
            <p:nvPr/>
          </p:nvGrpSpPr>
          <p:grpSpPr>
            <a:xfrm>
              <a:off x="195777" y="2126834"/>
              <a:ext cx="457200" cy="1228851"/>
              <a:chOff x="195777" y="1422844"/>
              <a:chExt cx="457200" cy="1932841"/>
            </a:xfrm>
          </p:grpSpPr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9201F8C3-FB96-0738-B434-E6BFE03F36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2977" y="1422844"/>
                <a:ext cx="0" cy="1932841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24F6BA14-C141-4AA2-AC27-A79DCD8696B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5777" y="1422844"/>
                <a:ext cx="0" cy="1932841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2CE669F-A440-096E-E2E8-8FD1B24D81B2}"/>
                </a:ext>
              </a:extLst>
            </p:cNvPr>
            <p:cNvCxnSpPr/>
            <p:nvPr/>
          </p:nvCxnSpPr>
          <p:spPr>
            <a:xfrm>
              <a:off x="195777" y="3357563"/>
              <a:ext cx="457200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Oval 11">
            <a:extLst>
              <a:ext uri="{FF2B5EF4-FFF2-40B4-BE49-F238E27FC236}">
                <a16:creationId xmlns:a16="http://schemas.microsoft.com/office/drawing/2014/main" id="{5B96E1E5-0FE8-9A3A-6CE5-80D24B1B8101}"/>
              </a:ext>
            </a:extLst>
          </p:cNvPr>
          <p:cNvSpPr/>
          <p:nvPr userDrawn="1"/>
        </p:nvSpPr>
        <p:spPr>
          <a:xfrm>
            <a:off x="343929" y="2335361"/>
            <a:ext cx="160896" cy="16089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Poppins" pitchFamily="2" charset="77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17906907-BB0B-3898-8CF8-0C9599FBD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b="0" i="0">
                <a:latin typeface="Poppins" pitchFamily="2" charset="77"/>
                <a:cs typeface="Poppins" pitchFamily="2" charset="77"/>
              </a:defRPr>
            </a:lvl1pPr>
          </a:lstStyle>
          <a:p>
            <a:fld id="{5170C5C1-6283-F443-8970-A23F5115D2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72A23F34-8B5C-3709-04E8-0DB0D84DD9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45790" y="1143000"/>
            <a:ext cx="2861745" cy="4572000"/>
          </a:xfrm>
          <a:custGeom>
            <a:avLst/>
            <a:gdLst>
              <a:gd name="connsiteX0" fmla="*/ 0 w 6631238"/>
              <a:gd name="connsiteY0" fmla="*/ 0 h 4572000"/>
              <a:gd name="connsiteX1" fmla="*/ 6631238 w 6631238"/>
              <a:gd name="connsiteY1" fmla="*/ 0 h 4572000"/>
              <a:gd name="connsiteX2" fmla="*/ 6631238 w 6631238"/>
              <a:gd name="connsiteY2" fmla="*/ 4572000 h 4572000"/>
              <a:gd name="connsiteX3" fmla="*/ 0 w 6631238"/>
              <a:gd name="connsiteY3" fmla="*/ 457200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31238" h="4572000">
                <a:moveTo>
                  <a:pt x="0" y="0"/>
                </a:moveTo>
                <a:lnTo>
                  <a:pt x="6631238" y="0"/>
                </a:lnTo>
                <a:lnTo>
                  <a:pt x="6631238" y="4572000"/>
                </a:lnTo>
                <a:lnTo>
                  <a:pt x="0" y="4572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900" b="0" i="0">
                <a:latin typeface="Poppins" pitchFamily="2" charset="77"/>
                <a:cs typeface="Poppins" pitchFamily="2" charset="77"/>
              </a:defRPr>
            </a:lvl1pPr>
          </a:lstStyle>
          <a:p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F570941-AE16-D057-8397-E13C4BA3E59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824" y="51410"/>
            <a:ext cx="2352676" cy="82156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DD1060E-8DE8-2F5F-89CF-0DDE8DCC224F}"/>
              </a:ext>
            </a:extLst>
          </p:cNvPr>
          <p:cNvSpPr txBox="1"/>
          <p:nvPr userDrawn="1"/>
        </p:nvSpPr>
        <p:spPr>
          <a:xfrm rot="16200000">
            <a:off x="-1020990" y="4522678"/>
            <a:ext cx="28907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0" i="0" spc="0" dirty="0">
                <a:latin typeface="Poppins" pitchFamily="2" charset="77"/>
                <a:ea typeface="Inter Medium" panose="02000503000000020004" pitchFamily="2" charset="0"/>
                <a:cs typeface="Poppins" pitchFamily="2" charset="77"/>
              </a:rPr>
              <a:t>  Sinar Mas Agribusiness and Food</a:t>
            </a:r>
          </a:p>
        </p:txBody>
      </p:sp>
      <p:pic>
        <p:nvPicPr>
          <p:cNvPr id="16" name="Picture Placeholder 2">
            <a:extLst>
              <a:ext uri="{FF2B5EF4-FFF2-40B4-BE49-F238E27FC236}">
                <a16:creationId xmlns:a16="http://schemas.microsoft.com/office/drawing/2014/main" id="{4C412E66-1FEE-4840-AFC8-650CB427E81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134" b="15525"/>
          <a:stretch/>
        </p:blipFill>
        <p:spPr>
          <a:xfrm>
            <a:off x="11464707" y="6458240"/>
            <a:ext cx="727293" cy="387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635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Small Image One big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6424404" y="1973942"/>
            <a:ext cx="2920865" cy="4349957"/>
          </a:xfrm>
          <a:custGeom>
            <a:avLst/>
            <a:gdLst>
              <a:gd name="connsiteX0" fmla="*/ 0 w 6631238"/>
              <a:gd name="connsiteY0" fmla="*/ 0 h 4572000"/>
              <a:gd name="connsiteX1" fmla="*/ 6631238 w 6631238"/>
              <a:gd name="connsiteY1" fmla="*/ 0 h 4572000"/>
              <a:gd name="connsiteX2" fmla="*/ 6631238 w 6631238"/>
              <a:gd name="connsiteY2" fmla="*/ 4572000 h 4572000"/>
              <a:gd name="connsiteX3" fmla="*/ 0 w 6631238"/>
              <a:gd name="connsiteY3" fmla="*/ 457200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31238" h="4572000">
                <a:moveTo>
                  <a:pt x="0" y="0"/>
                </a:moveTo>
                <a:lnTo>
                  <a:pt x="6631238" y="0"/>
                </a:lnTo>
                <a:lnTo>
                  <a:pt x="6631238" y="4572000"/>
                </a:lnTo>
                <a:lnTo>
                  <a:pt x="0" y="4572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900" b="0" i="0">
                <a:latin typeface="Poppins" pitchFamily="2" charset="77"/>
                <a:cs typeface="Poppins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1"/>
          </p:nvPr>
        </p:nvSpPr>
        <p:spPr>
          <a:xfrm>
            <a:off x="9493423" y="1973943"/>
            <a:ext cx="2261796" cy="2902858"/>
          </a:xfrm>
          <a:custGeom>
            <a:avLst/>
            <a:gdLst>
              <a:gd name="connsiteX0" fmla="*/ 0 w 6631238"/>
              <a:gd name="connsiteY0" fmla="*/ 0 h 4572000"/>
              <a:gd name="connsiteX1" fmla="*/ 6631238 w 6631238"/>
              <a:gd name="connsiteY1" fmla="*/ 0 h 4572000"/>
              <a:gd name="connsiteX2" fmla="*/ 6631238 w 6631238"/>
              <a:gd name="connsiteY2" fmla="*/ 4572000 h 4572000"/>
              <a:gd name="connsiteX3" fmla="*/ 0 w 6631238"/>
              <a:gd name="connsiteY3" fmla="*/ 457200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31238" h="4572000">
                <a:moveTo>
                  <a:pt x="0" y="0"/>
                </a:moveTo>
                <a:lnTo>
                  <a:pt x="6631238" y="0"/>
                </a:lnTo>
                <a:lnTo>
                  <a:pt x="6631238" y="4572000"/>
                </a:lnTo>
                <a:lnTo>
                  <a:pt x="0" y="4572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900" b="0" i="0">
                <a:latin typeface="Poppins" pitchFamily="2" charset="77"/>
                <a:cs typeface="Poppins" pitchFamily="2" charset="77"/>
              </a:defRPr>
            </a:lvl1pPr>
          </a:lstStyle>
          <a:p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CD1A54B-14EE-C694-E46B-B33CB126C23D}"/>
              </a:ext>
            </a:extLst>
          </p:cNvPr>
          <p:cNvCxnSpPr>
            <a:cxnSpLocks/>
          </p:cNvCxnSpPr>
          <p:nvPr userDrawn="1"/>
        </p:nvCxnSpPr>
        <p:spPr>
          <a:xfrm>
            <a:off x="424377" y="2385159"/>
            <a:ext cx="0" cy="90098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5D45A20-EA54-C2BF-3C23-94B45E1EBE81}"/>
              </a:ext>
            </a:extLst>
          </p:cNvPr>
          <p:cNvCxnSpPr>
            <a:cxnSpLocks/>
          </p:cNvCxnSpPr>
          <p:nvPr userDrawn="1"/>
        </p:nvCxnSpPr>
        <p:spPr>
          <a:xfrm>
            <a:off x="424377" y="-29280"/>
            <a:ext cx="0" cy="90204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F3D7C5B-6FEF-6FA3-6C0D-AEE0E18C6A47}"/>
              </a:ext>
            </a:extLst>
          </p:cNvPr>
          <p:cNvCxnSpPr>
            <a:cxnSpLocks/>
          </p:cNvCxnSpPr>
          <p:nvPr userDrawn="1"/>
        </p:nvCxnSpPr>
        <p:spPr>
          <a:xfrm>
            <a:off x="424377" y="5955951"/>
            <a:ext cx="0" cy="90204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163610C2-DB56-6CAB-CFFE-DE99CD95E0E4}"/>
              </a:ext>
            </a:extLst>
          </p:cNvPr>
          <p:cNvGrpSpPr/>
          <p:nvPr userDrawn="1"/>
        </p:nvGrpSpPr>
        <p:grpSpPr>
          <a:xfrm>
            <a:off x="195777" y="1321958"/>
            <a:ext cx="457200" cy="1595073"/>
            <a:chOff x="195777" y="2126834"/>
            <a:chExt cx="457200" cy="1230729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2227A8C1-01B5-FB6A-7288-D2F9C849B615}"/>
                </a:ext>
              </a:extLst>
            </p:cNvPr>
            <p:cNvGrpSpPr/>
            <p:nvPr/>
          </p:nvGrpSpPr>
          <p:grpSpPr>
            <a:xfrm>
              <a:off x="195777" y="2126834"/>
              <a:ext cx="457200" cy="1228851"/>
              <a:chOff x="195777" y="1422844"/>
              <a:chExt cx="457200" cy="1932841"/>
            </a:xfrm>
          </p:grpSpPr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BA838E6C-B935-E0BE-185D-0BCA37948E6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2977" y="1422844"/>
                <a:ext cx="0" cy="1932841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4970E8F4-EE13-CD6B-445D-D62EA5E17B9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5777" y="1422844"/>
                <a:ext cx="0" cy="1932841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BDE4215-3FFA-F43E-E807-7E810C506139}"/>
                </a:ext>
              </a:extLst>
            </p:cNvPr>
            <p:cNvCxnSpPr/>
            <p:nvPr/>
          </p:nvCxnSpPr>
          <p:spPr>
            <a:xfrm>
              <a:off x="195777" y="3357563"/>
              <a:ext cx="457200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Oval 12">
            <a:extLst>
              <a:ext uri="{FF2B5EF4-FFF2-40B4-BE49-F238E27FC236}">
                <a16:creationId xmlns:a16="http://schemas.microsoft.com/office/drawing/2014/main" id="{0F6C6733-D1CE-6051-A20F-9AEB9A35EF57}"/>
              </a:ext>
            </a:extLst>
          </p:cNvPr>
          <p:cNvSpPr/>
          <p:nvPr userDrawn="1"/>
        </p:nvSpPr>
        <p:spPr>
          <a:xfrm>
            <a:off x="343929" y="2335361"/>
            <a:ext cx="160896" cy="16089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Poppins" pitchFamily="2" charset="77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48197DC-C14C-0F10-1E3C-A3A076200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b="0" i="0">
                <a:latin typeface="Poppins" pitchFamily="2" charset="77"/>
                <a:cs typeface="Poppins" pitchFamily="2" charset="77"/>
              </a:defRPr>
            </a:lvl1pPr>
          </a:lstStyle>
          <a:p>
            <a:fld id="{063DD550-9A05-774A-981B-0F3E742FFC3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3B7D6E8-310B-B1CD-127C-52AB1974ED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824" y="51410"/>
            <a:ext cx="2352676" cy="82156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5BB5C65-2A1A-C6BE-DF0B-0C916E61E542}"/>
              </a:ext>
            </a:extLst>
          </p:cNvPr>
          <p:cNvSpPr txBox="1"/>
          <p:nvPr userDrawn="1"/>
        </p:nvSpPr>
        <p:spPr>
          <a:xfrm rot="16200000">
            <a:off x="-1020990" y="4522678"/>
            <a:ext cx="28907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0" i="0" spc="0" dirty="0">
                <a:latin typeface="Poppins" pitchFamily="2" charset="77"/>
                <a:ea typeface="Inter Medium" panose="02000503000000020004" pitchFamily="2" charset="0"/>
                <a:cs typeface="Poppins" pitchFamily="2" charset="77"/>
              </a:rPr>
              <a:t>  Sinar Mas Agribusiness and Food</a:t>
            </a:r>
          </a:p>
        </p:txBody>
      </p:sp>
      <p:pic>
        <p:nvPicPr>
          <p:cNvPr id="16" name="Picture Placeholder 2">
            <a:extLst>
              <a:ext uri="{FF2B5EF4-FFF2-40B4-BE49-F238E27FC236}">
                <a16:creationId xmlns:a16="http://schemas.microsoft.com/office/drawing/2014/main" id="{4FA5D868-9E6A-42CE-B6D5-3E12580ACAC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134" b="15525"/>
          <a:stretch/>
        </p:blipFill>
        <p:spPr>
          <a:xfrm>
            <a:off x="11464707" y="6458240"/>
            <a:ext cx="727293" cy="387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166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2162628" y="1988457"/>
            <a:ext cx="3367316" cy="4349957"/>
          </a:xfrm>
          <a:custGeom>
            <a:avLst/>
            <a:gdLst>
              <a:gd name="connsiteX0" fmla="*/ 0 w 6631238"/>
              <a:gd name="connsiteY0" fmla="*/ 0 h 4572000"/>
              <a:gd name="connsiteX1" fmla="*/ 6631238 w 6631238"/>
              <a:gd name="connsiteY1" fmla="*/ 0 h 4572000"/>
              <a:gd name="connsiteX2" fmla="*/ 6631238 w 6631238"/>
              <a:gd name="connsiteY2" fmla="*/ 4572000 h 4572000"/>
              <a:gd name="connsiteX3" fmla="*/ 0 w 6631238"/>
              <a:gd name="connsiteY3" fmla="*/ 457200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31238" h="4572000">
                <a:moveTo>
                  <a:pt x="0" y="0"/>
                </a:moveTo>
                <a:lnTo>
                  <a:pt x="6631238" y="0"/>
                </a:lnTo>
                <a:lnTo>
                  <a:pt x="6631238" y="4572000"/>
                </a:lnTo>
                <a:lnTo>
                  <a:pt x="0" y="4572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900" b="0" i="0">
                <a:latin typeface="Poppins" pitchFamily="2" charset="77"/>
                <a:cs typeface="Poppins" pitchFamily="2" charset="77"/>
              </a:defRPr>
            </a:lvl1pPr>
          </a:lstStyle>
          <a:p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CD5DA1E-2AB3-F761-3C65-78B6686850FD}"/>
              </a:ext>
            </a:extLst>
          </p:cNvPr>
          <p:cNvCxnSpPr>
            <a:cxnSpLocks/>
          </p:cNvCxnSpPr>
          <p:nvPr userDrawn="1"/>
        </p:nvCxnSpPr>
        <p:spPr>
          <a:xfrm>
            <a:off x="424377" y="2385159"/>
            <a:ext cx="0" cy="90098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C90EDD7-0D04-C69D-5838-264516EACE36}"/>
              </a:ext>
            </a:extLst>
          </p:cNvPr>
          <p:cNvCxnSpPr>
            <a:cxnSpLocks/>
          </p:cNvCxnSpPr>
          <p:nvPr userDrawn="1"/>
        </p:nvCxnSpPr>
        <p:spPr>
          <a:xfrm>
            <a:off x="424377" y="-29280"/>
            <a:ext cx="0" cy="90204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5472E80-723B-CAA8-96E5-0B42DC74D2EE}"/>
              </a:ext>
            </a:extLst>
          </p:cNvPr>
          <p:cNvCxnSpPr>
            <a:cxnSpLocks/>
          </p:cNvCxnSpPr>
          <p:nvPr userDrawn="1"/>
        </p:nvCxnSpPr>
        <p:spPr>
          <a:xfrm>
            <a:off x="424377" y="5955951"/>
            <a:ext cx="0" cy="90204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B41DB646-F2A8-3672-2F7E-D1821C19BDDC}"/>
              </a:ext>
            </a:extLst>
          </p:cNvPr>
          <p:cNvGrpSpPr/>
          <p:nvPr userDrawn="1"/>
        </p:nvGrpSpPr>
        <p:grpSpPr>
          <a:xfrm>
            <a:off x="195777" y="1321958"/>
            <a:ext cx="457200" cy="1595073"/>
            <a:chOff x="195777" y="2126834"/>
            <a:chExt cx="457200" cy="1230729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C164D3B5-3219-EA53-1155-506451E60866}"/>
                </a:ext>
              </a:extLst>
            </p:cNvPr>
            <p:cNvGrpSpPr/>
            <p:nvPr/>
          </p:nvGrpSpPr>
          <p:grpSpPr>
            <a:xfrm>
              <a:off x="195777" y="2126834"/>
              <a:ext cx="457200" cy="1228851"/>
              <a:chOff x="195777" y="1422844"/>
              <a:chExt cx="457200" cy="1932841"/>
            </a:xfrm>
          </p:grpSpPr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BEA7F25B-7887-A3CA-0D9C-0FA30173938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2977" y="1422844"/>
                <a:ext cx="0" cy="1932841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B195661C-1C21-7F1D-1C8B-BD46FB05BEC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5777" y="1422844"/>
                <a:ext cx="0" cy="1932841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15C64F6-20D0-3D45-2B75-4C161A8DEBFF}"/>
                </a:ext>
              </a:extLst>
            </p:cNvPr>
            <p:cNvCxnSpPr/>
            <p:nvPr/>
          </p:nvCxnSpPr>
          <p:spPr>
            <a:xfrm>
              <a:off x="195777" y="3357563"/>
              <a:ext cx="457200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Oval 11">
            <a:extLst>
              <a:ext uri="{FF2B5EF4-FFF2-40B4-BE49-F238E27FC236}">
                <a16:creationId xmlns:a16="http://schemas.microsoft.com/office/drawing/2014/main" id="{CCBDBB5F-C5CC-025D-7231-9CD5532FA9B1}"/>
              </a:ext>
            </a:extLst>
          </p:cNvPr>
          <p:cNvSpPr/>
          <p:nvPr userDrawn="1"/>
        </p:nvSpPr>
        <p:spPr>
          <a:xfrm>
            <a:off x="343929" y="2335361"/>
            <a:ext cx="160896" cy="16089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Poppins" pitchFamily="2" charset="77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2346F2C0-41C1-E222-5A98-9CAF6D1AB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b="0" i="0">
                <a:latin typeface="Poppins" pitchFamily="2" charset="77"/>
                <a:cs typeface="Poppins" pitchFamily="2" charset="77"/>
              </a:defRPr>
            </a:lvl1pPr>
          </a:lstStyle>
          <a:p>
            <a:fld id="{79C5AEB9-EE74-C244-A1ED-F5A9961EEC4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DB6A206-3B87-81A3-54CE-B1A84DBFAD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824" y="51410"/>
            <a:ext cx="2352676" cy="82156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1AEC4F3-9E6D-B24A-0EF1-23AA0354080A}"/>
              </a:ext>
            </a:extLst>
          </p:cNvPr>
          <p:cNvSpPr txBox="1"/>
          <p:nvPr userDrawn="1"/>
        </p:nvSpPr>
        <p:spPr>
          <a:xfrm rot="16200000">
            <a:off x="-1020990" y="4522678"/>
            <a:ext cx="28907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0" i="0" spc="0" dirty="0">
                <a:latin typeface="Poppins" pitchFamily="2" charset="77"/>
                <a:ea typeface="Inter Medium" panose="02000503000000020004" pitchFamily="2" charset="0"/>
                <a:cs typeface="Poppins" pitchFamily="2" charset="77"/>
              </a:rPr>
              <a:t>  Sinar Mas Agribusiness and Food</a:t>
            </a:r>
          </a:p>
        </p:txBody>
      </p:sp>
      <p:pic>
        <p:nvPicPr>
          <p:cNvPr id="15" name="Picture Placeholder 2">
            <a:extLst>
              <a:ext uri="{FF2B5EF4-FFF2-40B4-BE49-F238E27FC236}">
                <a16:creationId xmlns:a16="http://schemas.microsoft.com/office/drawing/2014/main" id="{D5E4D51D-7DEF-459D-9E9A-E429C846F6D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134" b="15525"/>
          <a:stretch/>
        </p:blipFill>
        <p:spPr>
          <a:xfrm>
            <a:off x="11464707" y="6458240"/>
            <a:ext cx="727293" cy="387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696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ght mag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/>
          <p:cNvSpPr>
            <a:spLocks noGrp="1"/>
          </p:cNvSpPr>
          <p:nvPr>
            <p:ph type="pic" sz="quarter" idx="11"/>
          </p:nvPr>
        </p:nvSpPr>
        <p:spPr>
          <a:xfrm>
            <a:off x="9865226" y="1948713"/>
            <a:ext cx="1212084" cy="1212084"/>
          </a:xfrm>
          <a:custGeom>
            <a:avLst/>
            <a:gdLst>
              <a:gd name="connsiteX0" fmla="*/ 606042 w 1212084"/>
              <a:gd name="connsiteY0" fmla="*/ 0 h 1212084"/>
              <a:gd name="connsiteX1" fmla="*/ 1212084 w 1212084"/>
              <a:gd name="connsiteY1" fmla="*/ 606042 h 1212084"/>
              <a:gd name="connsiteX2" fmla="*/ 606042 w 1212084"/>
              <a:gd name="connsiteY2" fmla="*/ 1212084 h 1212084"/>
              <a:gd name="connsiteX3" fmla="*/ 0 w 1212084"/>
              <a:gd name="connsiteY3" fmla="*/ 606042 h 1212084"/>
              <a:gd name="connsiteX4" fmla="*/ 606042 w 1212084"/>
              <a:gd name="connsiteY4" fmla="*/ 0 h 1212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2084" h="1212084">
                <a:moveTo>
                  <a:pt x="606042" y="0"/>
                </a:moveTo>
                <a:cubicBezTo>
                  <a:pt x="940750" y="0"/>
                  <a:pt x="1212084" y="271334"/>
                  <a:pt x="1212084" y="606042"/>
                </a:cubicBezTo>
                <a:cubicBezTo>
                  <a:pt x="1212084" y="940750"/>
                  <a:pt x="940750" y="1212084"/>
                  <a:pt x="606042" y="1212084"/>
                </a:cubicBezTo>
                <a:cubicBezTo>
                  <a:pt x="271334" y="1212084"/>
                  <a:pt x="0" y="940750"/>
                  <a:pt x="0" y="606042"/>
                </a:cubicBezTo>
                <a:cubicBezTo>
                  <a:pt x="0" y="271334"/>
                  <a:pt x="271334" y="0"/>
                  <a:pt x="60604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900" b="0" i="0">
                <a:latin typeface="Poppins" pitchFamily="2" charset="77"/>
                <a:cs typeface="Poppins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2"/>
          </p:nvPr>
        </p:nvSpPr>
        <p:spPr>
          <a:xfrm>
            <a:off x="7196112" y="4501013"/>
            <a:ext cx="1212084" cy="1212084"/>
          </a:xfrm>
          <a:custGeom>
            <a:avLst/>
            <a:gdLst>
              <a:gd name="connsiteX0" fmla="*/ 606042 w 1212084"/>
              <a:gd name="connsiteY0" fmla="*/ 0 h 1212084"/>
              <a:gd name="connsiteX1" fmla="*/ 1212084 w 1212084"/>
              <a:gd name="connsiteY1" fmla="*/ 606042 h 1212084"/>
              <a:gd name="connsiteX2" fmla="*/ 606042 w 1212084"/>
              <a:gd name="connsiteY2" fmla="*/ 1212084 h 1212084"/>
              <a:gd name="connsiteX3" fmla="*/ 0 w 1212084"/>
              <a:gd name="connsiteY3" fmla="*/ 606042 h 1212084"/>
              <a:gd name="connsiteX4" fmla="*/ 606042 w 1212084"/>
              <a:gd name="connsiteY4" fmla="*/ 0 h 1212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2084" h="1212084">
                <a:moveTo>
                  <a:pt x="606042" y="0"/>
                </a:moveTo>
                <a:cubicBezTo>
                  <a:pt x="940750" y="0"/>
                  <a:pt x="1212084" y="271334"/>
                  <a:pt x="1212084" y="606042"/>
                </a:cubicBezTo>
                <a:cubicBezTo>
                  <a:pt x="1212084" y="940750"/>
                  <a:pt x="940750" y="1212084"/>
                  <a:pt x="606042" y="1212084"/>
                </a:cubicBezTo>
                <a:cubicBezTo>
                  <a:pt x="271334" y="1212084"/>
                  <a:pt x="0" y="940750"/>
                  <a:pt x="0" y="606042"/>
                </a:cubicBezTo>
                <a:cubicBezTo>
                  <a:pt x="0" y="271334"/>
                  <a:pt x="271334" y="0"/>
                  <a:pt x="60604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900" b="0" i="0">
                <a:latin typeface="Poppins" pitchFamily="2" charset="77"/>
                <a:cs typeface="Poppins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20" name="Picture Placeholder 19"/>
          <p:cNvSpPr>
            <a:spLocks noGrp="1"/>
          </p:cNvSpPr>
          <p:nvPr>
            <p:ph type="pic" sz="quarter" idx="13"/>
          </p:nvPr>
        </p:nvSpPr>
        <p:spPr>
          <a:xfrm>
            <a:off x="7196112" y="1956441"/>
            <a:ext cx="1212084" cy="1212084"/>
          </a:xfrm>
          <a:custGeom>
            <a:avLst/>
            <a:gdLst>
              <a:gd name="connsiteX0" fmla="*/ 606042 w 1212084"/>
              <a:gd name="connsiteY0" fmla="*/ 0 h 1212084"/>
              <a:gd name="connsiteX1" fmla="*/ 1212084 w 1212084"/>
              <a:gd name="connsiteY1" fmla="*/ 606042 h 1212084"/>
              <a:gd name="connsiteX2" fmla="*/ 606042 w 1212084"/>
              <a:gd name="connsiteY2" fmla="*/ 1212084 h 1212084"/>
              <a:gd name="connsiteX3" fmla="*/ 0 w 1212084"/>
              <a:gd name="connsiteY3" fmla="*/ 606042 h 1212084"/>
              <a:gd name="connsiteX4" fmla="*/ 606042 w 1212084"/>
              <a:gd name="connsiteY4" fmla="*/ 0 h 1212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2084" h="1212084">
                <a:moveTo>
                  <a:pt x="606042" y="0"/>
                </a:moveTo>
                <a:cubicBezTo>
                  <a:pt x="940750" y="0"/>
                  <a:pt x="1212084" y="271334"/>
                  <a:pt x="1212084" y="606042"/>
                </a:cubicBezTo>
                <a:cubicBezTo>
                  <a:pt x="1212084" y="940750"/>
                  <a:pt x="940750" y="1212084"/>
                  <a:pt x="606042" y="1212084"/>
                </a:cubicBezTo>
                <a:cubicBezTo>
                  <a:pt x="271334" y="1212084"/>
                  <a:pt x="0" y="940750"/>
                  <a:pt x="0" y="606042"/>
                </a:cubicBezTo>
                <a:cubicBezTo>
                  <a:pt x="0" y="271334"/>
                  <a:pt x="271334" y="0"/>
                  <a:pt x="60604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900" b="0" i="0">
                <a:latin typeface="Poppins" pitchFamily="2" charset="77"/>
                <a:cs typeface="Poppins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4"/>
          </p:nvPr>
        </p:nvSpPr>
        <p:spPr>
          <a:xfrm>
            <a:off x="4573768" y="4487489"/>
            <a:ext cx="1212084" cy="1212084"/>
          </a:xfrm>
          <a:custGeom>
            <a:avLst/>
            <a:gdLst>
              <a:gd name="connsiteX0" fmla="*/ 606042 w 1212084"/>
              <a:gd name="connsiteY0" fmla="*/ 0 h 1212084"/>
              <a:gd name="connsiteX1" fmla="*/ 1212084 w 1212084"/>
              <a:gd name="connsiteY1" fmla="*/ 606042 h 1212084"/>
              <a:gd name="connsiteX2" fmla="*/ 606042 w 1212084"/>
              <a:gd name="connsiteY2" fmla="*/ 1212084 h 1212084"/>
              <a:gd name="connsiteX3" fmla="*/ 0 w 1212084"/>
              <a:gd name="connsiteY3" fmla="*/ 606042 h 1212084"/>
              <a:gd name="connsiteX4" fmla="*/ 606042 w 1212084"/>
              <a:gd name="connsiteY4" fmla="*/ 0 h 1212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2084" h="1212084">
                <a:moveTo>
                  <a:pt x="606042" y="0"/>
                </a:moveTo>
                <a:cubicBezTo>
                  <a:pt x="940750" y="0"/>
                  <a:pt x="1212084" y="271334"/>
                  <a:pt x="1212084" y="606042"/>
                </a:cubicBezTo>
                <a:cubicBezTo>
                  <a:pt x="1212084" y="940750"/>
                  <a:pt x="940750" y="1212084"/>
                  <a:pt x="606042" y="1212084"/>
                </a:cubicBezTo>
                <a:cubicBezTo>
                  <a:pt x="271334" y="1212084"/>
                  <a:pt x="0" y="940750"/>
                  <a:pt x="0" y="606042"/>
                </a:cubicBezTo>
                <a:cubicBezTo>
                  <a:pt x="0" y="271334"/>
                  <a:pt x="271334" y="0"/>
                  <a:pt x="60604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900" b="0" i="0">
                <a:latin typeface="Poppins" pitchFamily="2" charset="77"/>
                <a:cs typeface="Poppins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22" name="Picture Placeholder 21"/>
          <p:cNvSpPr>
            <a:spLocks noGrp="1"/>
          </p:cNvSpPr>
          <p:nvPr>
            <p:ph type="pic" sz="quarter" idx="15"/>
          </p:nvPr>
        </p:nvSpPr>
        <p:spPr>
          <a:xfrm>
            <a:off x="4573768" y="1942917"/>
            <a:ext cx="1212084" cy="1212084"/>
          </a:xfrm>
          <a:custGeom>
            <a:avLst/>
            <a:gdLst>
              <a:gd name="connsiteX0" fmla="*/ 606042 w 1212084"/>
              <a:gd name="connsiteY0" fmla="*/ 0 h 1212084"/>
              <a:gd name="connsiteX1" fmla="*/ 1212084 w 1212084"/>
              <a:gd name="connsiteY1" fmla="*/ 606042 h 1212084"/>
              <a:gd name="connsiteX2" fmla="*/ 606042 w 1212084"/>
              <a:gd name="connsiteY2" fmla="*/ 1212084 h 1212084"/>
              <a:gd name="connsiteX3" fmla="*/ 0 w 1212084"/>
              <a:gd name="connsiteY3" fmla="*/ 606042 h 1212084"/>
              <a:gd name="connsiteX4" fmla="*/ 606042 w 1212084"/>
              <a:gd name="connsiteY4" fmla="*/ 0 h 1212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2084" h="1212084">
                <a:moveTo>
                  <a:pt x="606042" y="0"/>
                </a:moveTo>
                <a:cubicBezTo>
                  <a:pt x="940750" y="0"/>
                  <a:pt x="1212084" y="271334"/>
                  <a:pt x="1212084" y="606042"/>
                </a:cubicBezTo>
                <a:cubicBezTo>
                  <a:pt x="1212084" y="940750"/>
                  <a:pt x="940750" y="1212084"/>
                  <a:pt x="606042" y="1212084"/>
                </a:cubicBezTo>
                <a:cubicBezTo>
                  <a:pt x="271334" y="1212084"/>
                  <a:pt x="0" y="940750"/>
                  <a:pt x="0" y="606042"/>
                </a:cubicBezTo>
                <a:cubicBezTo>
                  <a:pt x="0" y="271334"/>
                  <a:pt x="271334" y="0"/>
                  <a:pt x="60604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900" b="0" i="0">
                <a:latin typeface="Poppins" pitchFamily="2" charset="77"/>
                <a:cs typeface="Poppins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23" name="Picture Placeholder 22"/>
          <p:cNvSpPr>
            <a:spLocks noGrp="1"/>
          </p:cNvSpPr>
          <p:nvPr>
            <p:ph type="pic" sz="quarter" idx="16"/>
          </p:nvPr>
        </p:nvSpPr>
        <p:spPr>
          <a:xfrm>
            <a:off x="1920244" y="4487489"/>
            <a:ext cx="1212084" cy="1212084"/>
          </a:xfrm>
          <a:custGeom>
            <a:avLst/>
            <a:gdLst>
              <a:gd name="connsiteX0" fmla="*/ 606042 w 1212084"/>
              <a:gd name="connsiteY0" fmla="*/ 0 h 1212084"/>
              <a:gd name="connsiteX1" fmla="*/ 1212084 w 1212084"/>
              <a:gd name="connsiteY1" fmla="*/ 606042 h 1212084"/>
              <a:gd name="connsiteX2" fmla="*/ 606042 w 1212084"/>
              <a:gd name="connsiteY2" fmla="*/ 1212084 h 1212084"/>
              <a:gd name="connsiteX3" fmla="*/ 0 w 1212084"/>
              <a:gd name="connsiteY3" fmla="*/ 606042 h 1212084"/>
              <a:gd name="connsiteX4" fmla="*/ 606042 w 1212084"/>
              <a:gd name="connsiteY4" fmla="*/ 0 h 1212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2084" h="1212084">
                <a:moveTo>
                  <a:pt x="606042" y="0"/>
                </a:moveTo>
                <a:cubicBezTo>
                  <a:pt x="940750" y="0"/>
                  <a:pt x="1212084" y="271334"/>
                  <a:pt x="1212084" y="606042"/>
                </a:cubicBezTo>
                <a:cubicBezTo>
                  <a:pt x="1212084" y="940750"/>
                  <a:pt x="940750" y="1212084"/>
                  <a:pt x="606042" y="1212084"/>
                </a:cubicBezTo>
                <a:cubicBezTo>
                  <a:pt x="271334" y="1212084"/>
                  <a:pt x="0" y="940750"/>
                  <a:pt x="0" y="606042"/>
                </a:cubicBezTo>
                <a:cubicBezTo>
                  <a:pt x="0" y="271334"/>
                  <a:pt x="271334" y="0"/>
                  <a:pt x="60604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900" b="0" i="0">
                <a:latin typeface="Poppins" pitchFamily="2" charset="77"/>
                <a:cs typeface="Poppins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7"/>
          </p:nvPr>
        </p:nvSpPr>
        <p:spPr>
          <a:xfrm>
            <a:off x="1920244" y="1942917"/>
            <a:ext cx="1212084" cy="1212084"/>
          </a:xfrm>
          <a:custGeom>
            <a:avLst/>
            <a:gdLst>
              <a:gd name="connsiteX0" fmla="*/ 606042 w 1212084"/>
              <a:gd name="connsiteY0" fmla="*/ 0 h 1212084"/>
              <a:gd name="connsiteX1" fmla="*/ 1212084 w 1212084"/>
              <a:gd name="connsiteY1" fmla="*/ 606042 h 1212084"/>
              <a:gd name="connsiteX2" fmla="*/ 606042 w 1212084"/>
              <a:gd name="connsiteY2" fmla="*/ 1212084 h 1212084"/>
              <a:gd name="connsiteX3" fmla="*/ 0 w 1212084"/>
              <a:gd name="connsiteY3" fmla="*/ 606042 h 1212084"/>
              <a:gd name="connsiteX4" fmla="*/ 606042 w 1212084"/>
              <a:gd name="connsiteY4" fmla="*/ 0 h 1212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2084" h="1212084">
                <a:moveTo>
                  <a:pt x="606042" y="0"/>
                </a:moveTo>
                <a:cubicBezTo>
                  <a:pt x="940750" y="0"/>
                  <a:pt x="1212084" y="271334"/>
                  <a:pt x="1212084" y="606042"/>
                </a:cubicBezTo>
                <a:cubicBezTo>
                  <a:pt x="1212084" y="940750"/>
                  <a:pt x="940750" y="1212084"/>
                  <a:pt x="606042" y="1212084"/>
                </a:cubicBezTo>
                <a:cubicBezTo>
                  <a:pt x="271334" y="1212084"/>
                  <a:pt x="0" y="940750"/>
                  <a:pt x="0" y="606042"/>
                </a:cubicBezTo>
                <a:cubicBezTo>
                  <a:pt x="0" y="271334"/>
                  <a:pt x="271334" y="0"/>
                  <a:pt x="60604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900" b="0" i="0">
                <a:latin typeface="Poppins" pitchFamily="2" charset="77"/>
                <a:cs typeface="Poppins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0"/>
          </p:nvPr>
        </p:nvSpPr>
        <p:spPr>
          <a:xfrm>
            <a:off x="9865226" y="4493285"/>
            <a:ext cx="1212084" cy="1212084"/>
          </a:xfrm>
          <a:custGeom>
            <a:avLst/>
            <a:gdLst>
              <a:gd name="connsiteX0" fmla="*/ 606042 w 1212084"/>
              <a:gd name="connsiteY0" fmla="*/ 0 h 1212084"/>
              <a:gd name="connsiteX1" fmla="*/ 1212084 w 1212084"/>
              <a:gd name="connsiteY1" fmla="*/ 606042 h 1212084"/>
              <a:gd name="connsiteX2" fmla="*/ 606042 w 1212084"/>
              <a:gd name="connsiteY2" fmla="*/ 1212084 h 1212084"/>
              <a:gd name="connsiteX3" fmla="*/ 0 w 1212084"/>
              <a:gd name="connsiteY3" fmla="*/ 606042 h 1212084"/>
              <a:gd name="connsiteX4" fmla="*/ 606042 w 1212084"/>
              <a:gd name="connsiteY4" fmla="*/ 0 h 1212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2084" h="1212084">
                <a:moveTo>
                  <a:pt x="606042" y="0"/>
                </a:moveTo>
                <a:cubicBezTo>
                  <a:pt x="940750" y="0"/>
                  <a:pt x="1212084" y="271334"/>
                  <a:pt x="1212084" y="606042"/>
                </a:cubicBezTo>
                <a:cubicBezTo>
                  <a:pt x="1212084" y="940750"/>
                  <a:pt x="940750" y="1212084"/>
                  <a:pt x="606042" y="1212084"/>
                </a:cubicBezTo>
                <a:cubicBezTo>
                  <a:pt x="271334" y="1212084"/>
                  <a:pt x="0" y="940750"/>
                  <a:pt x="0" y="606042"/>
                </a:cubicBezTo>
                <a:cubicBezTo>
                  <a:pt x="0" y="271334"/>
                  <a:pt x="271334" y="0"/>
                  <a:pt x="60604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900" b="0" i="0">
                <a:latin typeface="Poppins" pitchFamily="2" charset="77"/>
                <a:cs typeface="Poppins" pitchFamily="2" charset="77"/>
              </a:defRPr>
            </a:lvl1pPr>
          </a:lstStyle>
          <a:p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EDB1F18-98D8-CCA8-130D-AF958433630E}"/>
              </a:ext>
            </a:extLst>
          </p:cNvPr>
          <p:cNvCxnSpPr>
            <a:cxnSpLocks/>
          </p:cNvCxnSpPr>
          <p:nvPr userDrawn="1"/>
        </p:nvCxnSpPr>
        <p:spPr>
          <a:xfrm>
            <a:off x="424377" y="2385159"/>
            <a:ext cx="0" cy="90098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5404061-A847-31A4-BBA8-5554E64849FF}"/>
              </a:ext>
            </a:extLst>
          </p:cNvPr>
          <p:cNvCxnSpPr>
            <a:cxnSpLocks/>
          </p:cNvCxnSpPr>
          <p:nvPr userDrawn="1"/>
        </p:nvCxnSpPr>
        <p:spPr>
          <a:xfrm>
            <a:off x="424377" y="-29280"/>
            <a:ext cx="0" cy="90204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6C5315E-43D3-11D3-7F15-38DB8CFD904B}"/>
              </a:ext>
            </a:extLst>
          </p:cNvPr>
          <p:cNvCxnSpPr>
            <a:cxnSpLocks/>
          </p:cNvCxnSpPr>
          <p:nvPr userDrawn="1"/>
        </p:nvCxnSpPr>
        <p:spPr>
          <a:xfrm>
            <a:off x="424377" y="5955951"/>
            <a:ext cx="0" cy="90204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8D213DF0-1CF9-2D24-D88A-0375CE43767C}"/>
              </a:ext>
            </a:extLst>
          </p:cNvPr>
          <p:cNvGrpSpPr/>
          <p:nvPr userDrawn="1"/>
        </p:nvGrpSpPr>
        <p:grpSpPr>
          <a:xfrm>
            <a:off x="195777" y="1321958"/>
            <a:ext cx="457200" cy="1595073"/>
            <a:chOff x="195777" y="2126834"/>
            <a:chExt cx="457200" cy="1230729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9F950BC-639D-995A-373B-DADB0C6BC9FB}"/>
                </a:ext>
              </a:extLst>
            </p:cNvPr>
            <p:cNvGrpSpPr/>
            <p:nvPr/>
          </p:nvGrpSpPr>
          <p:grpSpPr>
            <a:xfrm>
              <a:off x="195777" y="2126834"/>
              <a:ext cx="457200" cy="1228851"/>
              <a:chOff x="195777" y="1422844"/>
              <a:chExt cx="457200" cy="1932841"/>
            </a:xfrm>
          </p:grpSpPr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D43B1713-B0C7-AAB7-5505-FEA9907C9F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2977" y="1422844"/>
                <a:ext cx="0" cy="1932841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F89F00DE-9B5D-ED5E-3690-F1307A55FCE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5777" y="1422844"/>
                <a:ext cx="0" cy="1932841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19D87ABA-96AB-8369-E64D-3C963E5C6CA5}"/>
                </a:ext>
              </a:extLst>
            </p:cNvPr>
            <p:cNvCxnSpPr/>
            <p:nvPr/>
          </p:nvCxnSpPr>
          <p:spPr>
            <a:xfrm>
              <a:off x="195777" y="3357563"/>
              <a:ext cx="457200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DEEC0C5D-5A69-75C2-87EF-D68FB973DD91}"/>
              </a:ext>
            </a:extLst>
          </p:cNvPr>
          <p:cNvSpPr/>
          <p:nvPr userDrawn="1"/>
        </p:nvSpPr>
        <p:spPr>
          <a:xfrm>
            <a:off x="343929" y="2335361"/>
            <a:ext cx="160896" cy="16089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Poppins" pitchFamily="2" charset="77"/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F43E620-43B1-94DC-C7E7-899999B9CDB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b="0" i="0">
                <a:latin typeface="Poppins" pitchFamily="2" charset="77"/>
                <a:cs typeface="Poppins" pitchFamily="2" charset="77"/>
              </a:defRPr>
            </a:lvl1pPr>
          </a:lstStyle>
          <a:p>
            <a:fld id="{5BF2DD64-99D0-2F4C-BA50-D234501302FE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FC27F2B-9C34-7CE4-2B67-E160CDB64C1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824" y="51410"/>
            <a:ext cx="2352676" cy="82156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11CCB64-3725-B3BE-4752-DD730026D766}"/>
              </a:ext>
            </a:extLst>
          </p:cNvPr>
          <p:cNvSpPr txBox="1"/>
          <p:nvPr userDrawn="1"/>
        </p:nvSpPr>
        <p:spPr>
          <a:xfrm rot="16200000">
            <a:off x="-1020990" y="4522678"/>
            <a:ext cx="28907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0" i="0" spc="0" dirty="0">
                <a:latin typeface="Poppins" pitchFamily="2" charset="77"/>
                <a:ea typeface="Inter Medium" panose="02000503000000020004" pitchFamily="2" charset="0"/>
                <a:cs typeface="Poppins" pitchFamily="2" charset="77"/>
              </a:rPr>
              <a:t>  Sinar Mas Agribusiness and Food</a:t>
            </a:r>
          </a:p>
        </p:txBody>
      </p:sp>
      <p:pic>
        <p:nvPicPr>
          <p:cNvPr id="25" name="Picture Placeholder 2">
            <a:extLst>
              <a:ext uri="{FF2B5EF4-FFF2-40B4-BE49-F238E27FC236}">
                <a16:creationId xmlns:a16="http://schemas.microsoft.com/office/drawing/2014/main" id="{7FCC0ECC-4D80-4A54-A544-195D72EC57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134" b="15525"/>
          <a:stretch/>
        </p:blipFill>
        <p:spPr>
          <a:xfrm>
            <a:off x="11464707" y="6458240"/>
            <a:ext cx="727293" cy="387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929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Coll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0"/>
          </p:nvPr>
        </p:nvSpPr>
        <p:spPr>
          <a:xfrm>
            <a:off x="5816261" y="1041399"/>
            <a:ext cx="5503527" cy="2150507"/>
          </a:xfrm>
          <a:custGeom>
            <a:avLst/>
            <a:gdLst>
              <a:gd name="connsiteX0" fmla="*/ 0 w 6631238"/>
              <a:gd name="connsiteY0" fmla="*/ 0 h 4572000"/>
              <a:gd name="connsiteX1" fmla="*/ 6631238 w 6631238"/>
              <a:gd name="connsiteY1" fmla="*/ 0 h 4572000"/>
              <a:gd name="connsiteX2" fmla="*/ 6631238 w 6631238"/>
              <a:gd name="connsiteY2" fmla="*/ 4572000 h 4572000"/>
              <a:gd name="connsiteX3" fmla="*/ 0 w 6631238"/>
              <a:gd name="connsiteY3" fmla="*/ 457200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31238" h="4572000">
                <a:moveTo>
                  <a:pt x="0" y="0"/>
                </a:moveTo>
                <a:lnTo>
                  <a:pt x="6631238" y="0"/>
                </a:lnTo>
                <a:lnTo>
                  <a:pt x="6631238" y="4572000"/>
                </a:lnTo>
                <a:lnTo>
                  <a:pt x="0" y="4572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900" b="0" i="0">
                <a:latin typeface="Poppins" pitchFamily="2" charset="77"/>
                <a:cs typeface="Poppins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1"/>
          </p:nvPr>
        </p:nvSpPr>
        <p:spPr>
          <a:xfrm>
            <a:off x="4633704" y="3351579"/>
            <a:ext cx="2920865" cy="2629934"/>
          </a:xfrm>
          <a:custGeom>
            <a:avLst/>
            <a:gdLst>
              <a:gd name="connsiteX0" fmla="*/ 0 w 6631238"/>
              <a:gd name="connsiteY0" fmla="*/ 0 h 4572000"/>
              <a:gd name="connsiteX1" fmla="*/ 6631238 w 6631238"/>
              <a:gd name="connsiteY1" fmla="*/ 0 h 4572000"/>
              <a:gd name="connsiteX2" fmla="*/ 6631238 w 6631238"/>
              <a:gd name="connsiteY2" fmla="*/ 4572000 h 4572000"/>
              <a:gd name="connsiteX3" fmla="*/ 0 w 6631238"/>
              <a:gd name="connsiteY3" fmla="*/ 457200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31238" h="4572000">
                <a:moveTo>
                  <a:pt x="0" y="0"/>
                </a:moveTo>
                <a:lnTo>
                  <a:pt x="6631238" y="0"/>
                </a:lnTo>
                <a:lnTo>
                  <a:pt x="6631238" y="4572000"/>
                </a:lnTo>
                <a:lnTo>
                  <a:pt x="0" y="4572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900" b="0" i="0">
                <a:latin typeface="Poppins" pitchFamily="2" charset="77"/>
                <a:cs typeface="Poppins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2"/>
          </p:nvPr>
        </p:nvSpPr>
        <p:spPr>
          <a:xfrm>
            <a:off x="7732506" y="3351579"/>
            <a:ext cx="1665496" cy="2629934"/>
          </a:xfrm>
          <a:custGeom>
            <a:avLst/>
            <a:gdLst>
              <a:gd name="connsiteX0" fmla="*/ 0 w 6631238"/>
              <a:gd name="connsiteY0" fmla="*/ 0 h 4572000"/>
              <a:gd name="connsiteX1" fmla="*/ 6631238 w 6631238"/>
              <a:gd name="connsiteY1" fmla="*/ 0 h 4572000"/>
              <a:gd name="connsiteX2" fmla="*/ 6631238 w 6631238"/>
              <a:gd name="connsiteY2" fmla="*/ 4572000 h 4572000"/>
              <a:gd name="connsiteX3" fmla="*/ 0 w 6631238"/>
              <a:gd name="connsiteY3" fmla="*/ 457200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31238" h="4572000">
                <a:moveTo>
                  <a:pt x="0" y="0"/>
                </a:moveTo>
                <a:lnTo>
                  <a:pt x="6631238" y="0"/>
                </a:lnTo>
                <a:lnTo>
                  <a:pt x="6631238" y="4572000"/>
                </a:lnTo>
                <a:lnTo>
                  <a:pt x="0" y="4572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900" b="0" i="0">
                <a:latin typeface="Poppins" pitchFamily="2" charset="77"/>
                <a:cs typeface="Poppins" pitchFamily="2" charset="77"/>
              </a:defRPr>
            </a:lvl1pPr>
          </a:lstStyle>
          <a:p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B8F937B-FD1C-320B-0304-F511F19B4DBD}"/>
              </a:ext>
            </a:extLst>
          </p:cNvPr>
          <p:cNvCxnSpPr>
            <a:cxnSpLocks/>
          </p:cNvCxnSpPr>
          <p:nvPr userDrawn="1"/>
        </p:nvCxnSpPr>
        <p:spPr>
          <a:xfrm>
            <a:off x="424377" y="2385159"/>
            <a:ext cx="0" cy="90098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3D9BE5C-7057-EB10-5661-A0B94A29B703}"/>
              </a:ext>
            </a:extLst>
          </p:cNvPr>
          <p:cNvCxnSpPr>
            <a:cxnSpLocks/>
          </p:cNvCxnSpPr>
          <p:nvPr userDrawn="1"/>
        </p:nvCxnSpPr>
        <p:spPr>
          <a:xfrm>
            <a:off x="424377" y="-29280"/>
            <a:ext cx="0" cy="90204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84627C2-5B09-9560-F692-6BCBC60EDDCD}"/>
              </a:ext>
            </a:extLst>
          </p:cNvPr>
          <p:cNvCxnSpPr>
            <a:cxnSpLocks/>
          </p:cNvCxnSpPr>
          <p:nvPr userDrawn="1"/>
        </p:nvCxnSpPr>
        <p:spPr>
          <a:xfrm>
            <a:off x="424377" y="5955951"/>
            <a:ext cx="0" cy="90204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7F2C852A-E7D4-FD46-DBEE-C317451F5212}"/>
              </a:ext>
            </a:extLst>
          </p:cNvPr>
          <p:cNvGrpSpPr/>
          <p:nvPr userDrawn="1"/>
        </p:nvGrpSpPr>
        <p:grpSpPr>
          <a:xfrm>
            <a:off x="195777" y="1321958"/>
            <a:ext cx="457200" cy="1595073"/>
            <a:chOff x="195777" y="2126834"/>
            <a:chExt cx="457200" cy="1230729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2B98C95-2CCF-A177-E321-D568F7697ADB}"/>
                </a:ext>
              </a:extLst>
            </p:cNvPr>
            <p:cNvGrpSpPr/>
            <p:nvPr/>
          </p:nvGrpSpPr>
          <p:grpSpPr>
            <a:xfrm>
              <a:off x="195777" y="2126834"/>
              <a:ext cx="457200" cy="1228851"/>
              <a:chOff x="195777" y="1422844"/>
              <a:chExt cx="457200" cy="1932841"/>
            </a:xfrm>
          </p:grpSpPr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0B579F53-9348-C03F-05F2-5B21695745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2977" y="1422844"/>
                <a:ext cx="0" cy="1932841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1331E32D-3918-33BE-CDCF-7B9EA42BE82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5777" y="1422844"/>
                <a:ext cx="0" cy="1932841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3E72E73-D20B-0D94-DB7F-FD5406BD8EDC}"/>
                </a:ext>
              </a:extLst>
            </p:cNvPr>
            <p:cNvCxnSpPr/>
            <p:nvPr/>
          </p:nvCxnSpPr>
          <p:spPr>
            <a:xfrm>
              <a:off x="195777" y="3357563"/>
              <a:ext cx="457200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Oval 13">
            <a:extLst>
              <a:ext uri="{FF2B5EF4-FFF2-40B4-BE49-F238E27FC236}">
                <a16:creationId xmlns:a16="http://schemas.microsoft.com/office/drawing/2014/main" id="{48FEF045-50F4-3095-7A9C-A4E24D5C9AB3}"/>
              </a:ext>
            </a:extLst>
          </p:cNvPr>
          <p:cNvSpPr/>
          <p:nvPr userDrawn="1"/>
        </p:nvSpPr>
        <p:spPr>
          <a:xfrm>
            <a:off x="343929" y="2335361"/>
            <a:ext cx="160896" cy="16089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Poppins" pitchFamily="2" charset="77"/>
            </a:endParaRP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DC298DE-99A6-646D-0127-A37BF8E941F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b="0" i="0">
                <a:latin typeface="Poppins" pitchFamily="2" charset="77"/>
                <a:cs typeface="Poppins" pitchFamily="2" charset="77"/>
              </a:defRPr>
            </a:lvl1pPr>
          </a:lstStyle>
          <a:p>
            <a:fld id="{AD5E45FB-CF5E-1941-93CD-F76CD2A0FC0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F8A3C9F-7B2D-8ACD-A788-B116EE785BE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824" y="51410"/>
            <a:ext cx="2352676" cy="82156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E47CFFC-2A4E-1E2D-019F-1660D2E79825}"/>
              </a:ext>
            </a:extLst>
          </p:cNvPr>
          <p:cNvSpPr txBox="1"/>
          <p:nvPr userDrawn="1"/>
        </p:nvSpPr>
        <p:spPr>
          <a:xfrm rot="16200000">
            <a:off x="-1020990" y="4522678"/>
            <a:ext cx="28907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0" i="0" spc="0" dirty="0">
                <a:latin typeface="Poppins" pitchFamily="2" charset="77"/>
                <a:ea typeface="Inter Medium" panose="02000503000000020004" pitchFamily="2" charset="0"/>
                <a:cs typeface="Poppins" pitchFamily="2" charset="77"/>
              </a:rPr>
              <a:t>  Sinar Mas Agribusiness and Food</a:t>
            </a:r>
          </a:p>
        </p:txBody>
      </p:sp>
      <p:pic>
        <p:nvPicPr>
          <p:cNvPr id="17" name="Picture Placeholder 2">
            <a:extLst>
              <a:ext uri="{FF2B5EF4-FFF2-40B4-BE49-F238E27FC236}">
                <a16:creationId xmlns:a16="http://schemas.microsoft.com/office/drawing/2014/main" id="{CC0CDE24-D8E6-485D-8CF1-3EFFD993B2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134" b="15525"/>
          <a:stretch/>
        </p:blipFill>
        <p:spPr>
          <a:xfrm>
            <a:off x="11464707" y="6458240"/>
            <a:ext cx="727293" cy="387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2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Coll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5380464" y="3671216"/>
            <a:ext cx="3317833" cy="3186783"/>
          </a:xfrm>
          <a:custGeom>
            <a:avLst/>
            <a:gdLst>
              <a:gd name="connsiteX0" fmla="*/ 0 w 6631238"/>
              <a:gd name="connsiteY0" fmla="*/ 0 h 4572000"/>
              <a:gd name="connsiteX1" fmla="*/ 6631238 w 6631238"/>
              <a:gd name="connsiteY1" fmla="*/ 0 h 4572000"/>
              <a:gd name="connsiteX2" fmla="*/ 6631238 w 6631238"/>
              <a:gd name="connsiteY2" fmla="*/ 4572000 h 4572000"/>
              <a:gd name="connsiteX3" fmla="*/ 0 w 6631238"/>
              <a:gd name="connsiteY3" fmla="*/ 457200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31238" h="4572000">
                <a:moveTo>
                  <a:pt x="0" y="0"/>
                </a:moveTo>
                <a:lnTo>
                  <a:pt x="6631238" y="0"/>
                </a:lnTo>
                <a:lnTo>
                  <a:pt x="6631238" y="4572000"/>
                </a:lnTo>
                <a:lnTo>
                  <a:pt x="0" y="4572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900" b="0" i="0">
                <a:latin typeface="Poppins" pitchFamily="2" charset="77"/>
                <a:cs typeface="Poppins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7039428" y="1750473"/>
            <a:ext cx="1658869" cy="1708758"/>
          </a:xfrm>
          <a:custGeom>
            <a:avLst/>
            <a:gdLst>
              <a:gd name="connsiteX0" fmla="*/ 0 w 6631238"/>
              <a:gd name="connsiteY0" fmla="*/ 0 h 4572000"/>
              <a:gd name="connsiteX1" fmla="*/ 6631238 w 6631238"/>
              <a:gd name="connsiteY1" fmla="*/ 0 h 4572000"/>
              <a:gd name="connsiteX2" fmla="*/ 6631238 w 6631238"/>
              <a:gd name="connsiteY2" fmla="*/ 4572000 h 4572000"/>
              <a:gd name="connsiteX3" fmla="*/ 0 w 6631238"/>
              <a:gd name="connsiteY3" fmla="*/ 457200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31238" h="4572000">
                <a:moveTo>
                  <a:pt x="0" y="0"/>
                </a:moveTo>
                <a:lnTo>
                  <a:pt x="6631238" y="0"/>
                </a:lnTo>
                <a:lnTo>
                  <a:pt x="6631238" y="4572000"/>
                </a:lnTo>
                <a:lnTo>
                  <a:pt x="0" y="4572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900" b="0" i="0">
                <a:latin typeface="Poppins" pitchFamily="2" charset="77"/>
                <a:cs typeface="Poppins" pitchFamily="2" charset="77"/>
              </a:defRPr>
            </a:lvl1pPr>
          </a:lstStyle>
          <a:p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D3E6CD5-ED50-04F6-A3EA-A5D1E505345F}"/>
              </a:ext>
            </a:extLst>
          </p:cNvPr>
          <p:cNvCxnSpPr>
            <a:cxnSpLocks/>
          </p:cNvCxnSpPr>
          <p:nvPr userDrawn="1"/>
        </p:nvCxnSpPr>
        <p:spPr>
          <a:xfrm>
            <a:off x="424377" y="2385159"/>
            <a:ext cx="0" cy="90098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906EA15-6055-BE36-8875-4DA636C762B0}"/>
              </a:ext>
            </a:extLst>
          </p:cNvPr>
          <p:cNvCxnSpPr>
            <a:cxnSpLocks/>
          </p:cNvCxnSpPr>
          <p:nvPr userDrawn="1"/>
        </p:nvCxnSpPr>
        <p:spPr>
          <a:xfrm>
            <a:off x="424377" y="-29280"/>
            <a:ext cx="0" cy="90204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FD9960E-9B3D-50C2-8EEB-7E1289BB8E69}"/>
              </a:ext>
            </a:extLst>
          </p:cNvPr>
          <p:cNvCxnSpPr>
            <a:cxnSpLocks/>
          </p:cNvCxnSpPr>
          <p:nvPr userDrawn="1"/>
        </p:nvCxnSpPr>
        <p:spPr>
          <a:xfrm>
            <a:off x="424377" y="5955951"/>
            <a:ext cx="0" cy="90204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4AA4D5AB-E56D-2322-4CA3-D9EB96B11BF1}"/>
              </a:ext>
            </a:extLst>
          </p:cNvPr>
          <p:cNvGrpSpPr/>
          <p:nvPr userDrawn="1"/>
        </p:nvGrpSpPr>
        <p:grpSpPr>
          <a:xfrm>
            <a:off x="195777" y="1321958"/>
            <a:ext cx="457200" cy="1595073"/>
            <a:chOff x="195777" y="2126834"/>
            <a:chExt cx="457200" cy="1230729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6144124-DD39-CC1D-0F70-F8187B390586}"/>
                </a:ext>
              </a:extLst>
            </p:cNvPr>
            <p:cNvGrpSpPr/>
            <p:nvPr/>
          </p:nvGrpSpPr>
          <p:grpSpPr>
            <a:xfrm>
              <a:off x="195777" y="2126834"/>
              <a:ext cx="457200" cy="1228851"/>
              <a:chOff x="195777" y="1422844"/>
              <a:chExt cx="457200" cy="1932841"/>
            </a:xfrm>
          </p:grpSpPr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DF3D2EBA-26C8-6764-1128-6BE35F481A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2977" y="1422844"/>
                <a:ext cx="0" cy="1932841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60F39C10-25C3-C232-7785-51295B18A1D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5777" y="1422844"/>
                <a:ext cx="0" cy="1932841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D95528A-1915-17CE-5DC2-E83974D175F3}"/>
                </a:ext>
              </a:extLst>
            </p:cNvPr>
            <p:cNvCxnSpPr/>
            <p:nvPr/>
          </p:nvCxnSpPr>
          <p:spPr>
            <a:xfrm>
              <a:off x="195777" y="3357563"/>
              <a:ext cx="457200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Oval 12">
            <a:extLst>
              <a:ext uri="{FF2B5EF4-FFF2-40B4-BE49-F238E27FC236}">
                <a16:creationId xmlns:a16="http://schemas.microsoft.com/office/drawing/2014/main" id="{167F3E87-5FC2-3BE9-E5E4-DE92F07B7D6E}"/>
              </a:ext>
            </a:extLst>
          </p:cNvPr>
          <p:cNvSpPr/>
          <p:nvPr userDrawn="1"/>
        </p:nvSpPr>
        <p:spPr>
          <a:xfrm>
            <a:off x="343929" y="2335361"/>
            <a:ext cx="160896" cy="16089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Poppins" pitchFamily="2" charset="77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31A66293-5B0F-6977-2720-12856ACFE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b="0" i="0">
                <a:latin typeface="Poppins" pitchFamily="2" charset="77"/>
                <a:cs typeface="Poppins" pitchFamily="2" charset="77"/>
              </a:defRPr>
            </a:lvl1pPr>
          </a:lstStyle>
          <a:p>
            <a:fld id="{637E64B6-DEFF-204E-9E3B-310930A6A10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297B610-2CE0-B88A-9A27-67251CE0AA5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824" y="51410"/>
            <a:ext cx="2352676" cy="82156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0F2CCF8-E41E-C7DD-F643-925867EE396E}"/>
              </a:ext>
            </a:extLst>
          </p:cNvPr>
          <p:cNvSpPr txBox="1"/>
          <p:nvPr userDrawn="1"/>
        </p:nvSpPr>
        <p:spPr>
          <a:xfrm rot="16200000">
            <a:off x="-1020990" y="4522678"/>
            <a:ext cx="28907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0" i="0" spc="0" dirty="0">
                <a:latin typeface="Poppins" pitchFamily="2" charset="77"/>
                <a:ea typeface="Inter Medium" panose="02000503000000020004" pitchFamily="2" charset="0"/>
                <a:cs typeface="Poppins" pitchFamily="2" charset="77"/>
              </a:rPr>
              <a:t>  Sinar Mas Agribusiness and Food</a:t>
            </a:r>
          </a:p>
        </p:txBody>
      </p:sp>
      <p:pic>
        <p:nvPicPr>
          <p:cNvPr id="16" name="Picture Placeholder 2">
            <a:extLst>
              <a:ext uri="{FF2B5EF4-FFF2-40B4-BE49-F238E27FC236}">
                <a16:creationId xmlns:a16="http://schemas.microsoft.com/office/drawing/2014/main" id="{3BD7055A-1290-4C0A-91C8-6EA6092A57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134" b="15525"/>
          <a:stretch/>
        </p:blipFill>
        <p:spPr>
          <a:xfrm>
            <a:off x="11464707" y="6458240"/>
            <a:ext cx="727293" cy="387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7494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Coll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4310743" y="2044700"/>
            <a:ext cx="2902857" cy="4813300"/>
          </a:xfrm>
          <a:custGeom>
            <a:avLst/>
            <a:gdLst>
              <a:gd name="connsiteX0" fmla="*/ 0 w 6631238"/>
              <a:gd name="connsiteY0" fmla="*/ 0 h 4572000"/>
              <a:gd name="connsiteX1" fmla="*/ 6631238 w 6631238"/>
              <a:gd name="connsiteY1" fmla="*/ 0 h 4572000"/>
              <a:gd name="connsiteX2" fmla="*/ 6631238 w 6631238"/>
              <a:gd name="connsiteY2" fmla="*/ 4572000 h 4572000"/>
              <a:gd name="connsiteX3" fmla="*/ 0 w 6631238"/>
              <a:gd name="connsiteY3" fmla="*/ 457200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31238" h="4572000">
                <a:moveTo>
                  <a:pt x="0" y="0"/>
                </a:moveTo>
                <a:lnTo>
                  <a:pt x="6631238" y="0"/>
                </a:lnTo>
                <a:lnTo>
                  <a:pt x="6631238" y="4572000"/>
                </a:lnTo>
                <a:lnTo>
                  <a:pt x="0" y="4572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900" b="0" i="0">
                <a:latin typeface="Poppins" pitchFamily="2" charset="77"/>
                <a:cs typeface="Poppins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1"/>
          </p:nvPr>
        </p:nvSpPr>
        <p:spPr>
          <a:xfrm>
            <a:off x="9695539" y="2044700"/>
            <a:ext cx="2191659" cy="2789866"/>
          </a:xfrm>
          <a:custGeom>
            <a:avLst/>
            <a:gdLst>
              <a:gd name="connsiteX0" fmla="*/ 0 w 6631238"/>
              <a:gd name="connsiteY0" fmla="*/ 0 h 4572000"/>
              <a:gd name="connsiteX1" fmla="*/ 6631238 w 6631238"/>
              <a:gd name="connsiteY1" fmla="*/ 0 h 4572000"/>
              <a:gd name="connsiteX2" fmla="*/ 6631238 w 6631238"/>
              <a:gd name="connsiteY2" fmla="*/ 4572000 h 4572000"/>
              <a:gd name="connsiteX3" fmla="*/ 0 w 6631238"/>
              <a:gd name="connsiteY3" fmla="*/ 457200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31238" h="4572000">
                <a:moveTo>
                  <a:pt x="0" y="0"/>
                </a:moveTo>
                <a:lnTo>
                  <a:pt x="6631238" y="0"/>
                </a:lnTo>
                <a:lnTo>
                  <a:pt x="6631238" y="4572000"/>
                </a:lnTo>
                <a:lnTo>
                  <a:pt x="0" y="4572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900" b="0" i="0">
                <a:latin typeface="Poppins" pitchFamily="2" charset="77"/>
                <a:cs typeface="Poppins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2"/>
          </p:nvPr>
        </p:nvSpPr>
        <p:spPr>
          <a:xfrm>
            <a:off x="7358740" y="4075391"/>
            <a:ext cx="2191659" cy="2789866"/>
          </a:xfrm>
          <a:custGeom>
            <a:avLst/>
            <a:gdLst>
              <a:gd name="connsiteX0" fmla="*/ 0 w 6631238"/>
              <a:gd name="connsiteY0" fmla="*/ 0 h 4572000"/>
              <a:gd name="connsiteX1" fmla="*/ 6631238 w 6631238"/>
              <a:gd name="connsiteY1" fmla="*/ 0 h 4572000"/>
              <a:gd name="connsiteX2" fmla="*/ 6631238 w 6631238"/>
              <a:gd name="connsiteY2" fmla="*/ 4572000 h 4572000"/>
              <a:gd name="connsiteX3" fmla="*/ 0 w 6631238"/>
              <a:gd name="connsiteY3" fmla="*/ 457200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31238" h="4572000">
                <a:moveTo>
                  <a:pt x="0" y="0"/>
                </a:moveTo>
                <a:lnTo>
                  <a:pt x="6631238" y="0"/>
                </a:lnTo>
                <a:lnTo>
                  <a:pt x="6631238" y="4572000"/>
                </a:lnTo>
                <a:lnTo>
                  <a:pt x="0" y="4572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900" b="0" i="0">
                <a:latin typeface="Poppins" pitchFamily="2" charset="77"/>
                <a:cs typeface="Poppins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7358740" y="2044700"/>
            <a:ext cx="2191659" cy="1866900"/>
          </a:xfrm>
          <a:custGeom>
            <a:avLst/>
            <a:gdLst>
              <a:gd name="connsiteX0" fmla="*/ 0 w 6631238"/>
              <a:gd name="connsiteY0" fmla="*/ 0 h 4572000"/>
              <a:gd name="connsiteX1" fmla="*/ 6631238 w 6631238"/>
              <a:gd name="connsiteY1" fmla="*/ 0 h 4572000"/>
              <a:gd name="connsiteX2" fmla="*/ 6631238 w 6631238"/>
              <a:gd name="connsiteY2" fmla="*/ 4572000 h 4572000"/>
              <a:gd name="connsiteX3" fmla="*/ 0 w 6631238"/>
              <a:gd name="connsiteY3" fmla="*/ 457200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31238" h="4572000">
                <a:moveTo>
                  <a:pt x="0" y="0"/>
                </a:moveTo>
                <a:lnTo>
                  <a:pt x="6631238" y="0"/>
                </a:lnTo>
                <a:lnTo>
                  <a:pt x="6631238" y="4572000"/>
                </a:lnTo>
                <a:lnTo>
                  <a:pt x="0" y="4572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900" b="0" i="0">
                <a:latin typeface="Poppins" pitchFamily="2" charset="77"/>
                <a:cs typeface="Poppins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4"/>
          </p:nvPr>
        </p:nvSpPr>
        <p:spPr>
          <a:xfrm>
            <a:off x="9695538" y="4998357"/>
            <a:ext cx="2191659" cy="1866900"/>
          </a:xfrm>
          <a:custGeom>
            <a:avLst/>
            <a:gdLst>
              <a:gd name="connsiteX0" fmla="*/ 0 w 6631238"/>
              <a:gd name="connsiteY0" fmla="*/ 0 h 4572000"/>
              <a:gd name="connsiteX1" fmla="*/ 6631238 w 6631238"/>
              <a:gd name="connsiteY1" fmla="*/ 0 h 4572000"/>
              <a:gd name="connsiteX2" fmla="*/ 6631238 w 6631238"/>
              <a:gd name="connsiteY2" fmla="*/ 4572000 h 4572000"/>
              <a:gd name="connsiteX3" fmla="*/ 0 w 6631238"/>
              <a:gd name="connsiteY3" fmla="*/ 457200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31238" h="4572000">
                <a:moveTo>
                  <a:pt x="0" y="0"/>
                </a:moveTo>
                <a:lnTo>
                  <a:pt x="6631238" y="0"/>
                </a:lnTo>
                <a:lnTo>
                  <a:pt x="6631238" y="4572000"/>
                </a:lnTo>
                <a:lnTo>
                  <a:pt x="0" y="4572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900" b="0" i="0">
                <a:latin typeface="Poppins" pitchFamily="2" charset="77"/>
                <a:cs typeface="Poppins" pitchFamily="2" charset="77"/>
              </a:defRPr>
            </a:lvl1pPr>
          </a:lstStyle>
          <a:p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D81E31C-6102-363B-196F-78A1C8036B33}"/>
              </a:ext>
            </a:extLst>
          </p:cNvPr>
          <p:cNvCxnSpPr>
            <a:cxnSpLocks/>
          </p:cNvCxnSpPr>
          <p:nvPr userDrawn="1"/>
        </p:nvCxnSpPr>
        <p:spPr>
          <a:xfrm>
            <a:off x="424377" y="2385159"/>
            <a:ext cx="0" cy="90098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E8441BF-6350-CD62-29CD-14469AF918BE}"/>
              </a:ext>
            </a:extLst>
          </p:cNvPr>
          <p:cNvCxnSpPr>
            <a:cxnSpLocks/>
          </p:cNvCxnSpPr>
          <p:nvPr userDrawn="1"/>
        </p:nvCxnSpPr>
        <p:spPr>
          <a:xfrm>
            <a:off x="424377" y="-29280"/>
            <a:ext cx="0" cy="90204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B28BE7F-2F0A-B20F-3B58-97A8B75A8F44}"/>
              </a:ext>
            </a:extLst>
          </p:cNvPr>
          <p:cNvCxnSpPr>
            <a:cxnSpLocks/>
          </p:cNvCxnSpPr>
          <p:nvPr userDrawn="1"/>
        </p:nvCxnSpPr>
        <p:spPr>
          <a:xfrm>
            <a:off x="424377" y="5955951"/>
            <a:ext cx="0" cy="90204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8BCFF326-28AA-470A-569C-DC0FBAC05654}"/>
              </a:ext>
            </a:extLst>
          </p:cNvPr>
          <p:cNvGrpSpPr/>
          <p:nvPr userDrawn="1"/>
        </p:nvGrpSpPr>
        <p:grpSpPr>
          <a:xfrm>
            <a:off x="195777" y="1321958"/>
            <a:ext cx="457200" cy="1595073"/>
            <a:chOff x="195777" y="2126834"/>
            <a:chExt cx="457200" cy="1230729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BA078457-A2BD-6A2D-3A15-2EA260C69322}"/>
                </a:ext>
              </a:extLst>
            </p:cNvPr>
            <p:cNvGrpSpPr/>
            <p:nvPr/>
          </p:nvGrpSpPr>
          <p:grpSpPr>
            <a:xfrm>
              <a:off x="195777" y="2126834"/>
              <a:ext cx="457200" cy="1228851"/>
              <a:chOff x="195777" y="1422844"/>
              <a:chExt cx="457200" cy="1932841"/>
            </a:xfrm>
          </p:grpSpPr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D37655A9-0B4F-D956-101D-215A7C9515D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2977" y="1422844"/>
                <a:ext cx="0" cy="1932841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6398867B-426A-8C18-1D98-30145EFACE1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5777" y="1422844"/>
                <a:ext cx="0" cy="1932841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09A97C0-E175-19C5-A605-268A00ABBCFB}"/>
                </a:ext>
              </a:extLst>
            </p:cNvPr>
            <p:cNvCxnSpPr/>
            <p:nvPr/>
          </p:nvCxnSpPr>
          <p:spPr>
            <a:xfrm>
              <a:off x="195777" y="3357563"/>
              <a:ext cx="457200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9E753B81-57E4-6987-8795-3FF101095BA8}"/>
              </a:ext>
            </a:extLst>
          </p:cNvPr>
          <p:cNvSpPr/>
          <p:nvPr userDrawn="1"/>
        </p:nvSpPr>
        <p:spPr>
          <a:xfrm>
            <a:off x="343929" y="2335361"/>
            <a:ext cx="160896" cy="16089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Poppins" pitchFamily="2" charset="77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D62697E-8A86-7EA5-7D4D-9008EC170A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824" y="51410"/>
            <a:ext cx="2352676" cy="82156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3C54700-7342-D26C-CCEF-58CF2C9F04A2}"/>
              </a:ext>
            </a:extLst>
          </p:cNvPr>
          <p:cNvSpPr txBox="1"/>
          <p:nvPr userDrawn="1"/>
        </p:nvSpPr>
        <p:spPr>
          <a:xfrm rot="16200000">
            <a:off x="-1020990" y="4522678"/>
            <a:ext cx="28907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0" i="0" spc="0" dirty="0">
                <a:latin typeface="Poppins" pitchFamily="2" charset="77"/>
                <a:ea typeface="Inter Medium" panose="02000503000000020004" pitchFamily="2" charset="0"/>
                <a:cs typeface="Poppins" pitchFamily="2" charset="77"/>
              </a:rPr>
              <a:t>  Sinar Mas Agribusiness and Food</a:t>
            </a:r>
          </a:p>
        </p:txBody>
      </p:sp>
      <p:pic>
        <p:nvPicPr>
          <p:cNvPr id="18" name="Picture Placeholder 2">
            <a:extLst>
              <a:ext uri="{FF2B5EF4-FFF2-40B4-BE49-F238E27FC236}">
                <a16:creationId xmlns:a16="http://schemas.microsoft.com/office/drawing/2014/main" id="{F1700FEA-95E9-4C5A-B29A-7A5144E2038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134" b="15525"/>
          <a:stretch/>
        </p:blipFill>
        <p:spPr>
          <a:xfrm>
            <a:off x="11464707" y="6458240"/>
            <a:ext cx="727293" cy="387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593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Coll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962024" y="1321958"/>
            <a:ext cx="4263829" cy="2571440"/>
          </a:xfrm>
          <a:custGeom>
            <a:avLst/>
            <a:gdLst>
              <a:gd name="connsiteX0" fmla="*/ 0 w 6631238"/>
              <a:gd name="connsiteY0" fmla="*/ 0 h 4572000"/>
              <a:gd name="connsiteX1" fmla="*/ 6631238 w 6631238"/>
              <a:gd name="connsiteY1" fmla="*/ 0 h 4572000"/>
              <a:gd name="connsiteX2" fmla="*/ 6631238 w 6631238"/>
              <a:gd name="connsiteY2" fmla="*/ 4572000 h 4572000"/>
              <a:gd name="connsiteX3" fmla="*/ 0 w 6631238"/>
              <a:gd name="connsiteY3" fmla="*/ 457200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31238" h="4572000">
                <a:moveTo>
                  <a:pt x="0" y="0"/>
                </a:moveTo>
                <a:lnTo>
                  <a:pt x="6631238" y="0"/>
                </a:lnTo>
                <a:lnTo>
                  <a:pt x="6631238" y="4572000"/>
                </a:lnTo>
                <a:lnTo>
                  <a:pt x="0" y="4572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900" b="0" i="0">
                <a:latin typeface="Poppins" pitchFamily="2" charset="77"/>
                <a:cs typeface="Poppins" pitchFamily="2" charset="77"/>
              </a:defRPr>
            </a:lvl1pPr>
          </a:lstStyle>
          <a:p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C5E8C9F-7491-1218-59BA-1EC4652BE1AB}"/>
              </a:ext>
            </a:extLst>
          </p:cNvPr>
          <p:cNvCxnSpPr>
            <a:cxnSpLocks/>
          </p:cNvCxnSpPr>
          <p:nvPr userDrawn="1"/>
        </p:nvCxnSpPr>
        <p:spPr>
          <a:xfrm>
            <a:off x="424377" y="2385159"/>
            <a:ext cx="1" cy="90098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C3DA834-83FE-447A-BD0E-6D9607A8A3E9}"/>
              </a:ext>
            </a:extLst>
          </p:cNvPr>
          <p:cNvCxnSpPr>
            <a:cxnSpLocks/>
          </p:cNvCxnSpPr>
          <p:nvPr userDrawn="1"/>
        </p:nvCxnSpPr>
        <p:spPr>
          <a:xfrm>
            <a:off x="424377" y="-29280"/>
            <a:ext cx="0" cy="90204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D6DAC6C-B450-9C1D-5565-590BD0DC9F8E}"/>
              </a:ext>
            </a:extLst>
          </p:cNvPr>
          <p:cNvCxnSpPr>
            <a:cxnSpLocks/>
          </p:cNvCxnSpPr>
          <p:nvPr userDrawn="1"/>
        </p:nvCxnSpPr>
        <p:spPr>
          <a:xfrm>
            <a:off x="424377" y="5955951"/>
            <a:ext cx="0" cy="90204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F2B1424E-5BB2-B4F3-9B8E-4E16FCAE65BB}"/>
              </a:ext>
            </a:extLst>
          </p:cNvPr>
          <p:cNvGrpSpPr/>
          <p:nvPr userDrawn="1"/>
        </p:nvGrpSpPr>
        <p:grpSpPr>
          <a:xfrm>
            <a:off x="195777" y="1321958"/>
            <a:ext cx="457200" cy="1595073"/>
            <a:chOff x="195777" y="2126834"/>
            <a:chExt cx="457200" cy="1230729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A0D7F5D7-5AB9-2777-6621-81BAA8B85646}"/>
                </a:ext>
              </a:extLst>
            </p:cNvPr>
            <p:cNvGrpSpPr/>
            <p:nvPr/>
          </p:nvGrpSpPr>
          <p:grpSpPr>
            <a:xfrm>
              <a:off x="195777" y="2126834"/>
              <a:ext cx="457200" cy="1228851"/>
              <a:chOff x="195777" y="1422844"/>
              <a:chExt cx="457200" cy="1932841"/>
            </a:xfrm>
          </p:grpSpPr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B44FCD3D-C0E6-390C-689E-AA74230B7C7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2977" y="1422844"/>
                <a:ext cx="0" cy="1932841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6E959889-D26F-F1F0-DAED-357A2B52752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5777" y="1422844"/>
                <a:ext cx="0" cy="1932841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12BDA71-D043-2EBE-1245-3594D768AEDE}"/>
                </a:ext>
              </a:extLst>
            </p:cNvPr>
            <p:cNvCxnSpPr/>
            <p:nvPr/>
          </p:nvCxnSpPr>
          <p:spPr>
            <a:xfrm>
              <a:off x="195777" y="3357563"/>
              <a:ext cx="457200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Oval 11">
            <a:extLst>
              <a:ext uri="{FF2B5EF4-FFF2-40B4-BE49-F238E27FC236}">
                <a16:creationId xmlns:a16="http://schemas.microsoft.com/office/drawing/2014/main" id="{D07DEE31-1DDD-6AAC-4E05-010ECEBFCF1B}"/>
              </a:ext>
            </a:extLst>
          </p:cNvPr>
          <p:cNvSpPr/>
          <p:nvPr userDrawn="1"/>
        </p:nvSpPr>
        <p:spPr>
          <a:xfrm>
            <a:off x="343929" y="2335361"/>
            <a:ext cx="160896" cy="16089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Poppins" pitchFamily="2" charset="77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AC36AB8D-8C51-543E-EBD9-40C172402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b="0" i="0">
                <a:latin typeface="Poppins" pitchFamily="2" charset="77"/>
                <a:cs typeface="Poppins" pitchFamily="2" charset="77"/>
              </a:defRPr>
            </a:lvl1pPr>
          </a:lstStyle>
          <a:p>
            <a:fld id="{873C13B9-BE13-C64B-86B3-C6A7147EE10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5FED606A-BAEE-8691-7731-286042D9CD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90186" y="1321958"/>
            <a:ext cx="4263829" cy="2571440"/>
          </a:xfrm>
          <a:custGeom>
            <a:avLst/>
            <a:gdLst>
              <a:gd name="connsiteX0" fmla="*/ 0 w 6631238"/>
              <a:gd name="connsiteY0" fmla="*/ 0 h 4572000"/>
              <a:gd name="connsiteX1" fmla="*/ 6631238 w 6631238"/>
              <a:gd name="connsiteY1" fmla="*/ 0 h 4572000"/>
              <a:gd name="connsiteX2" fmla="*/ 6631238 w 6631238"/>
              <a:gd name="connsiteY2" fmla="*/ 4572000 h 4572000"/>
              <a:gd name="connsiteX3" fmla="*/ 0 w 6631238"/>
              <a:gd name="connsiteY3" fmla="*/ 457200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31238" h="4572000">
                <a:moveTo>
                  <a:pt x="0" y="0"/>
                </a:moveTo>
                <a:lnTo>
                  <a:pt x="6631238" y="0"/>
                </a:lnTo>
                <a:lnTo>
                  <a:pt x="6631238" y="4572000"/>
                </a:lnTo>
                <a:lnTo>
                  <a:pt x="0" y="4572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900" b="0" i="0">
                <a:latin typeface="Poppins" pitchFamily="2" charset="77"/>
                <a:cs typeface="Poppins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22AC8BF7-C5D4-4130-272B-C69B7F1E8BC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2024" y="4054884"/>
            <a:ext cx="4263829" cy="2571440"/>
          </a:xfrm>
          <a:custGeom>
            <a:avLst/>
            <a:gdLst>
              <a:gd name="connsiteX0" fmla="*/ 0 w 6631238"/>
              <a:gd name="connsiteY0" fmla="*/ 0 h 4572000"/>
              <a:gd name="connsiteX1" fmla="*/ 6631238 w 6631238"/>
              <a:gd name="connsiteY1" fmla="*/ 0 h 4572000"/>
              <a:gd name="connsiteX2" fmla="*/ 6631238 w 6631238"/>
              <a:gd name="connsiteY2" fmla="*/ 4572000 h 4572000"/>
              <a:gd name="connsiteX3" fmla="*/ 0 w 6631238"/>
              <a:gd name="connsiteY3" fmla="*/ 457200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31238" h="4572000">
                <a:moveTo>
                  <a:pt x="0" y="0"/>
                </a:moveTo>
                <a:lnTo>
                  <a:pt x="6631238" y="0"/>
                </a:lnTo>
                <a:lnTo>
                  <a:pt x="6631238" y="4572000"/>
                </a:lnTo>
                <a:lnTo>
                  <a:pt x="0" y="4572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900" b="0" i="0">
                <a:latin typeface="Poppins" pitchFamily="2" charset="77"/>
                <a:cs typeface="Poppins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EC783327-C613-66C2-CC10-A8D70802B45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390186" y="4054884"/>
            <a:ext cx="4263829" cy="2571440"/>
          </a:xfrm>
          <a:custGeom>
            <a:avLst/>
            <a:gdLst>
              <a:gd name="connsiteX0" fmla="*/ 0 w 6631238"/>
              <a:gd name="connsiteY0" fmla="*/ 0 h 4572000"/>
              <a:gd name="connsiteX1" fmla="*/ 6631238 w 6631238"/>
              <a:gd name="connsiteY1" fmla="*/ 0 h 4572000"/>
              <a:gd name="connsiteX2" fmla="*/ 6631238 w 6631238"/>
              <a:gd name="connsiteY2" fmla="*/ 4572000 h 4572000"/>
              <a:gd name="connsiteX3" fmla="*/ 0 w 6631238"/>
              <a:gd name="connsiteY3" fmla="*/ 457200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31238" h="4572000">
                <a:moveTo>
                  <a:pt x="0" y="0"/>
                </a:moveTo>
                <a:lnTo>
                  <a:pt x="6631238" y="0"/>
                </a:lnTo>
                <a:lnTo>
                  <a:pt x="6631238" y="4572000"/>
                </a:lnTo>
                <a:lnTo>
                  <a:pt x="0" y="4572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900" b="0" i="0">
                <a:latin typeface="Poppins" pitchFamily="2" charset="77"/>
                <a:cs typeface="Poppins" pitchFamily="2" charset="77"/>
              </a:defRPr>
            </a:lvl1pPr>
          </a:lstStyle>
          <a:p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9459C3-5976-E0E1-CBE3-47927EFEE2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824" y="51410"/>
            <a:ext cx="2352676" cy="82156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4AD8CC1-AA47-BB7C-3721-BE6AF6F10475}"/>
              </a:ext>
            </a:extLst>
          </p:cNvPr>
          <p:cNvSpPr txBox="1"/>
          <p:nvPr userDrawn="1"/>
        </p:nvSpPr>
        <p:spPr>
          <a:xfrm rot="16200000">
            <a:off x="-1020990" y="4522678"/>
            <a:ext cx="28907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0" i="0" spc="0" dirty="0">
                <a:latin typeface="Poppins" pitchFamily="2" charset="77"/>
                <a:ea typeface="Inter Medium" panose="02000503000000020004" pitchFamily="2" charset="0"/>
                <a:cs typeface="Poppins" pitchFamily="2" charset="77"/>
              </a:rPr>
              <a:t>  Sinar Mas Agribusiness and Food</a:t>
            </a:r>
          </a:p>
        </p:txBody>
      </p:sp>
      <p:pic>
        <p:nvPicPr>
          <p:cNvPr id="18" name="Picture Placeholder 2">
            <a:extLst>
              <a:ext uri="{FF2B5EF4-FFF2-40B4-BE49-F238E27FC236}">
                <a16:creationId xmlns:a16="http://schemas.microsoft.com/office/drawing/2014/main" id="{2A198B3D-4419-4CEB-AA8A-A211DDA5F68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134" b="15525"/>
          <a:stretch/>
        </p:blipFill>
        <p:spPr>
          <a:xfrm>
            <a:off x="11464707" y="6458240"/>
            <a:ext cx="727293" cy="387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3931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with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1D463A1-D2BC-60F9-C275-F9957A468BBB}"/>
              </a:ext>
            </a:extLst>
          </p:cNvPr>
          <p:cNvCxnSpPr>
            <a:cxnSpLocks/>
          </p:cNvCxnSpPr>
          <p:nvPr userDrawn="1"/>
        </p:nvCxnSpPr>
        <p:spPr>
          <a:xfrm>
            <a:off x="424377" y="2385159"/>
            <a:ext cx="0" cy="90098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4AB829E-B7F6-44C6-F1BD-FF08780826D3}"/>
              </a:ext>
            </a:extLst>
          </p:cNvPr>
          <p:cNvCxnSpPr>
            <a:cxnSpLocks/>
          </p:cNvCxnSpPr>
          <p:nvPr userDrawn="1"/>
        </p:nvCxnSpPr>
        <p:spPr>
          <a:xfrm>
            <a:off x="424377" y="-29280"/>
            <a:ext cx="0" cy="90204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30E51EC-1787-3D2C-A3C9-5C13B94DBA43}"/>
              </a:ext>
            </a:extLst>
          </p:cNvPr>
          <p:cNvCxnSpPr>
            <a:cxnSpLocks/>
          </p:cNvCxnSpPr>
          <p:nvPr userDrawn="1"/>
        </p:nvCxnSpPr>
        <p:spPr>
          <a:xfrm>
            <a:off x="424377" y="5955951"/>
            <a:ext cx="0" cy="90204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1AE24D81-D122-61A2-2FED-316E39FE32F6}"/>
              </a:ext>
            </a:extLst>
          </p:cNvPr>
          <p:cNvGrpSpPr/>
          <p:nvPr userDrawn="1"/>
        </p:nvGrpSpPr>
        <p:grpSpPr>
          <a:xfrm>
            <a:off x="195777" y="1321958"/>
            <a:ext cx="457200" cy="1595073"/>
            <a:chOff x="195777" y="2126834"/>
            <a:chExt cx="457200" cy="1230729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92734509-EC4C-4F01-3FE3-6B7A18AFA92B}"/>
                </a:ext>
              </a:extLst>
            </p:cNvPr>
            <p:cNvGrpSpPr/>
            <p:nvPr/>
          </p:nvGrpSpPr>
          <p:grpSpPr>
            <a:xfrm>
              <a:off x="195777" y="2126834"/>
              <a:ext cx="457200" cy="1228851"/>
              <a:chOff x="195777" y="1422844"/>
              <a:chExt cx="457200" cy="1932841"/>
            </a:xfrm>
          </p:grpSpPr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2C2B2F08-3B53-A555-E9D2-6BA341CFD9C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2977" y="1422844"/>
                <a:ext cx="0" cy="1932841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335059AE-A141-8D36-0F0D-E1ABFBCA46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5777" y="1422844"/>
                <a:ext cx="0" cy="1932841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797459C-66DC-0E48-172F-F395C140C985}"/>
                </a:ext>
              </a:extLst>
            </p:cNvPr>
            <p:cNvCxnSpPr/>
            <p:nvPr/>
          </p:nvCxnSpPr>
          <p:spPr>
            <a:xfrm>
              <a:off x="195777" y="3357563"/>
              <a:ext cx="457200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F95A1DDC-594D-7F38-EA74-B3B27D806403}"/>
              </a:ext>
            </a:extLst>
          </p:cNvPr>
          <p:cNvSpPr/>
          <p:nvPr userDrawn="1"/>
        </p:nvSpPr>
        <p:spPr>
          <a:xfrm>
            <a:off x="343929" y="2335361"/>
            <a:ext cx="160896" cy="16089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Poppins" pitchFamily="2" charset="77"/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1234768D-8BCA-A7E2-D41F-78E4A5042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b="0" i="0">
                <a:latin typeface="Poppins" pitchFamily="2" charset="77"/>
                <a:cs typeface="Poppins" pitchFamily="2" charset="77"/>
              </a:defRPr>
            </a:lvl1pPr>
          </a:lstStyle>
          <a:p>
            <a:fld id="{5383DC79-82AF-8844-A908-5B4A2C81957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D68061E-6D18-66A8-C266-9856785E8F9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824" y="51410"/>
            <a:ext cx="2352676" cy="82156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C171DC2-EAFE-BB97-2C2A-D88E24A210D2}"/>
              </a:ext>
            </a:extLst>
          </p:cNvPr>
          <p:cNvSpPr txBox="1"/>
          <p:nvPr userDrawn="1"/>
        </p:nvSpPr>
        <p:spPr>
          <a:xfrm rot="16200000">
            <a:off x="-1020990" y="4522678"/>
            <a:ext cx="28907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0" i="0" spc="0" dirty="0">
                <a:latin typeface="Poppins" pitchFamily="2" charset="77"/>
                <a:ea typeface="Inter Medium" panose="02000503000000020004" pitchFamily="2" charset="0"/>
                <a:cs typeface="Poppins" pitchFamily="2" charset="77"/>
              </a:rPr>
              <a:t>  Sinar Mas Agribusiness and Food</a:t>
            </a:r>
          </a:p>
        </p:txBody>
      </p:sp>
      <p:pic>
        <p:nvPicPr>
          <p:cNvPr id="14" name="Picture Placeholder 2">
            <a:extLst>
              <a:ext uri="{FF2B5EF4-FFF2-40B4-BE49-F238E27FC236}">
                <a16:creationId xmlns:a16="http://schemas.microsoft.com/office/drawing/2014/main" id="{6C7145E8-C7D2-4FFE-8DA9-19DCF3AB23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134" b="15525"/>
          <a:stretch/>
        </p:blipFill>
        <p:spPr>
          <a:xfrm>
            <a:off x="11464707" y="6458240"/>
            <a:ext cx="727293" cy="387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3871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No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B9B99F5-DE3E-82B7-20D2-AE11AD661E26}"/>
              </a:ext>
            </a:extLst>
          </p:cNvPr>
          <p:cNvCxnSpPr>
            <a:cxnSpLocks/>
          </p:cNvCxnSpPr>
          <p:nvPr userDrawn="1"/>
        </p:nvCxnSpPr>
        <p:spPr>
          <a:xfrm>
            <a:off x="424377" y="2385159"/>
            <a:ext cx="0" cy="90098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B422F59-B83A-375C-A419-317A5F282BF0}"/>
              </a:ext>
            </a:extLst>
          </p:cNvPr>
          <p:cNvCxnSpPr>
            <a:cxnSpLocks/>
          </p:cNvCxnSpPr>
          <p:nvPr userDrawn="1"/>
        </p:nvCxnSpPr>
        <p:spPr>
          <a:xfrm>
            <a:off x="424377" y="-29280"/>
            <a:ext cx="0" cy="90204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2E7C896-F644-6D90-DC15-BC627B7B9418}"/>
              </a:ext>
            </a:extLst>
          </p:cNvPr>
          <p:cNvCxnSpPr>
            <a:cxnSpLocks/>
          </p:cNvCxnSpPr>
          <p:nvPr userDrawn="1"/>
        </p:nvCxnSpPr>
        <p:spPr>
          <a:xfrm>
            <a:off x="424377" y="5955951"/>
            <a:ext cx="0" cy="90204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E7CB01EE-D209-135A-1ACF-083FFC413E30}"/>
              </a:ext>
            </a:extLst>
          </p:cNvPr>
          <p:cNvGrpSpPr/>
          <p:nvPr userDrawn="1"/>
        </p:nvGrpSpPr>
        <p:grpSpPr>
          <a:xfrm>
            <a:off x="195777" y="1321958"/>
            <a:ext cx="457200" cy="1595073"/>
            <a:chOff x="195777" y="2126834"/>
            <a:chExt cx="457200" cy="1230729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03838A7-0CD0-9605-3E6B-15C43834CD48}"/>
                </a:ext>
              </a:extLst>
            </p:cNvPr>
            <p:cNvGrpSpPr/>
            <p:nvPr/>
          </p:nvGrpSpPr>
          <p:grpSpPr>
            <a:xfrm>
              <a:off x="195777" y="2126834"/>
              <a:ext cx="457200" cy="1228851"/>
              <a:chOff x="195777" y="1422844"/>
              <a:chExt cx="457200" cy="1932841"/>
            </a:xfrm>
          </p:grpSpPr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B25EF834-F74E-DF5F-B5CB-F7FA607A215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2977" y="1422844"/>
                <a:ext cx="0" cy="1932841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6ED2A8C0-1837-6534-6364-87FAFB65FC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5777" y="1422844"/>
                <a:ext cx="0" cy="1932841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1D14968E-16F6-DF61-0D31-0169045495EA}"/>
                </a:ext>
              </a:extLst>
            </p:cNvPr>
            <p:cNvCxnSpPr/>
            <p:nvPr/>
          </p:nvCxnSpPr>
          <p:spPr>
            <a:xfrm>
              <a:off x="195777" y="3357563"/>
              <a:ext cx="457200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BF4EE5A3-7389-9C58-0B6F-80666935CD7D}"/>
              </a:ext>
            </a:extLst>
          </p:cNvPr>
          <p:cNvSpPr/>
          <p:nvPr userDrawn="1"/>
        </p:nvSpPr>
        <p:spPr>
          <a:xfrm>
            <a:off x="343929" y="2335361"/>
            <a:ext cx="160896" cy="16089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Poppins" pitchFamily="2" charset="77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E273A64-62E4-144B-44D7-8585BAA96A4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824" y="51410"/>
            <a:ext cx="2352676" cy="82156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4AF227F-94DA-6B0F-0AEA-8B6645CFDD83}"/>
              </a:ext>
            </a:extLst>
          </p:cNvPr>
          <p:cNvSpPr txBox="1"/>
          <p:nvPr userDrawn="1"/>
        </p:nvSpPr>
        <p:spPr>
          <a:xfrm rot="16200000">
            <a:off x="-1020990" y="4522678"/>
            <a:ext cx="28907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0" i="0" spc="0" dirty="0">
                <a:latin typeface="Poppins" pitchFamily="2" charset="77"/>
                <a:ea typeface="Inter Medium" panose="02000503000000020004" pitchFamily="2" charset="0"/>
                <a:cs typeface="Poppins" pitchFamily="2" charset="77"/>
              </a:rPr>
              <a:t>  Sinar Mas Agribusiness and Food</a:t>
            </a:r>
          </a:p>
        </p:txBody>
      </p:sp>
      <p:pic>
        <p:nvPicPr>
          <p:cNvPr id="13" name="Picture Placeholder 2">
            <a:extLst>
              <a:ext uri="{FF2B5EF4-FFF2-40B4-BE49-F238E27FC236}">
                <a16:creationId xmlns:a16="http://schemas.microsoft.com/office/drawing/2014/main" id="{9A93F54D-C6C5-4AC8-AA1C-D7D98143487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134" b="15525"/>
          <a:stretch/>
        </p:blipFill>
        <p:spPr>
          <a:xfrm>
            <a:off x="11464707" y="6458240"/>
            <a:ext cx="727293" cy="387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7364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G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B422F59-B83A-375C-A419-317A5F282BF0}"/>
              </a:ext>
            </a:extLst>
          </p:cNvPr>
          <p:cNvCxnSpPr>
            <a:cxnSpLocks/>
          </p:cNvCxnSpPr>
          <p:nvPr userDrawn="1"/>
        </p:nvCxnSpPr>
        <p:spPr>
          <a:xfrm>
            <a:off x="424377" y="-29280"/>
            <a:ext cx="0" cy="90204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5A7ADC11-6C29-7C29-FF4B-DACB9878DA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824" y="51410"/>
            <a:ext cx="2352676" cy="821569"/>
          </a:xfrm>
          <a:prstGeom prst="rect">
            <a:avLst/>
          </a:prstGeom>
        </p:spPr>
      </p:pic>
      <p:pic>
        <p:nvPicPr>
          <p:cNvPr id="5" name="Picture Placeholder 2">
            <a:extLst>
              <a:ext uri="{FF2B5EF4-FFF2-40B4-BE49-F238E27FC236}">
                <a16:creationId xmlns:a16="http://schemas.microsoft.com/office/drawing/2014/main" id="{423F301E-3248-4826-911C-3F398D71F3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134" b="15525"/>
          <a:stretch/>
        </p:blipFill>
        <p:spPr>
          <a:xfrm>
            <a:off x="11464707" y="6458240"/>
            <a:ext cx="727293" cy="387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4888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91E0201-3FE6-4959-992C-32D5666BA272}"/>
              </a:ext>
            </a:extLst>
          </p:cNvPr>
          <p:cNvCxnSpPr>
            <a:cxnSpLocks/>
          </p:cNvCxnSpPr>
          <p:nvPr userDrawn="1"/>
        </p:nvCxnSpPr>
        <p:spPr>
          <a:xfrm>
            <a:off x="424377" y="2385159"/>
            <a:ext cx="0" cy="90098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B360AD6-498F-A834-ABDA-118D350A8B5A}"/>
              </a:ext>
            </a:extLst>
          </p:cNvPr>
          <p:cNvCxnSpPr>
            <a:cxnSpLocks/>
          </p:cNvCxnSpPr>
          <p:nvPr userDrawn="1"/>
        </p:nvCxnSpPr>
        <p:spPr>
          <a:xfrm>
            <a:off x="424377" y="5955951"/>
            <a:ext cx="0" cy="90204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08BFD79D-ACC9-1827-D297-C131D81D2023}"/>
              </a:ext>
            </a:extLst>
          </p:cNvPr>
          <p:cNvGrpSpPr/>
          <p:nvPr userDrawn="1"/>
        </p:nvGrpSpPr>
        <p:grpSpPr>
          <a:xfrm>
            <a:off x="195777" y="1321958"/>
            <a:ext cx="457200" cy="1595073"/>
            <a:chOff x="195777" y="2126834"/>
            <a:chExt cx="457200" cy="1230729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FD2FA9D-2A5C-5482-FDB6-6A194D06DF66}"/>
                </a:ext>
              </a:extLst>
            </p:cNvPr>
            <p:cNvGrpSpPr/>
            <p:nvPr/>
          </p:nvGrpSpPr>
          <p:grpSpPr>
            <a:xfrm>
              <a:off x="195777" y="2126834"/>
              <a:ext cx="457200" cy="1228851"/>
              <a:chOff x="195777" y="1422844"/>
              <a:chExt cx="457200" cy="1932841"/>
            </a:xfrm>
          </p:grpSpPr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ED7D59A4-0DF2-4F62-F3D8-97C1BD30FAB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2977" y="1422844"/>
                <a:ext cx="0" cy="1932841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D6C6F615-290A-F676-E4B7-B3E8E5207E3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5777" y="1422844"/>
                <a:ext cx="0" cy="1932841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6141258-D755-E343-399E-E6EF124CA1CE}"/>
                </a:ext>
              </a:extLst>
            </p:cNvPr>
            <p:cNvCxnSpPr/>
            <p:nvPr/>
          </p:nvCxnSpPr>
          <p:spPr>
            <a:xfrm>
              <a:off x="195777" y="3357563"/>
              <a:ext cx="457200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FB4BE163-0BE4-06BB-7238-75FA91F12670}"/>
              </a:ext>
            </a:extLst>
          </p:cNvPr>
          <p:cNvSpPr/>
          <p:nvPr userDrawn="1"/>
        </p:nvSpPr>
        <p:spPr>
          <a:xfrm>
            <a:off x="343929" y="2335361"/>
            <a:ext cx="160896" cy="16089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Poppins" pitchFamily="2" charset="77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012A0C-3454-1E72-481F-923C234A2A8F}"/>
              </a:ext>
            </a:extLst>
          </p:cNvPr>
          <p:cNvSpPr/>
          <p:nvPr userDrawn="1"/>
        </p:nvSpPr>
        <p:spPr>
          <a:xfrm>
            <a:off x="5181600" y="1543050"/>
            <a:ext cx="7010400" cy="37719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Poppins" pitchFamily="2" charset="77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46E877-B187-09A9-329E-1DA807691790}"/>
              </a:ext>
            </a:extLst>
          </p:cNvPr>
          <p:cNvSpPr/>
          <p:nvPr userDrawn="1"/>
        </p:nvSpPr>
        <p:spPr>
          <a:xfrm>
            <a:off x="1175084" y="4376231"/>
            <a:ext cx="159691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pt-smart-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tbk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@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goldenagri_sinarmas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@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SMARTSinarmasagri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Golden Agri-Resources</a:t>
            </a:r>
          </a:p>
        </p:txBody>
      </p:sp>
      <p:pic>
        <p:nvPicPr>
          <p:cNvPr id="13" name="Picture 12" descr="A picture containing drawing&#10;&#10;Description automatically generated">
            <a:extLst>
              <a:ext uri="{FF2B5EF4-FFF2-40B4-BE49-F238E27FC236}">
                <a16:creationId xmlns:a16="http://schemas.microsoft.com/office/drawing/2014/main" id="{596CF124-A5A8-3633-9CF9-43E9E7CC31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261" y="4456767"/>
            <a:ext cx="126000" cy="126000"/>
          </a:xfrm>
          <a:prstGeom prst="rect">
            <a:avLst/>
          </a:prstGeom>
        </p:spPr>
      </p:pic>
      <p:pic>
        <p:nvPicPr>
          <p:cNvPr id="14" name="Picture 13" descr="A picture containing graphics, drawing, shirt&#10;&#10;Description automatically generated">
            <a:extLst>
              <a:ext uri="{FF2B5EF4-FFF2-40B4-BE49-F238E27FC236}">
                <a16:creationId xmlns:a16="http://schemas.microsoft.com/office/drawing/2014/main" id="{C031063C-C33F-86EC-39FC-9288723120E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684" y="4613313"/>
            <a:ext cx="126000" cy="126000"/>
          </a:xfrm>
          <a:prstGeom prst="rect">
            <a:avLst/>
          </a:prstGeom>
        </p:spPr>
      </p:pic>
      <p:pic>
        <p:nvPicPr>
          <p:cNvPr id="16" name="Picture 15" descr="A picture containing drawing&#10;&#10;Description automatically generated">
            <a:extLst>
              <a:ext uri="{FF2B5EF4-FFF2-40B4-BE49-F238E27FC236}">
                <a16:creationId xmlns:a16="http://schemas.microsoft.com/office/drawing/2014/main" id="{CFCFC8E7-CCC5-0804-2A85-51E02073D8A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684" y="4939152"/>
            <a:ext cx="126000" cy="126000"/>
          </a:xfrm>
          <a:prstGeom prst="rect">
            <a:avLst/>
          </a:prstGeom>
        </p:spPr>
      </p:pic>
      <p:pic>
        <p:nvPicPr>
          <p:cNvPr id="19" name="Picture 18" descr="A picture containing drawing&#10;&#10;Description automatically generated">
            <a:extLst>
              <a:ext uri="{FF2B5EF4-FFF2-40B4-BE49-F238E27FC236}">
                <a16:creationId xmlns:a16="http://schemas.microsoft.com/office/drawing/2014/main" id="{EDEC74C3-788D-B760-3B7C-A4C370B3524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684" y="4776232"/>
            <a:ext cx="126000" cy="1260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2D50470-D77A-03BA-DADD-3CADCE3D5B2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295" y="2722660"/>
            <a:ext cx="4308244" cy="150446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13C8E2F-A7AF-D7CF-04CF-43A9F4E17F5A}"/>
              </a:ext>
            </a:extLst>
          </p:cNvPr>
          <p:cNvSpPr txBox="1"/>
          <p:nvPr userDrawn="1"/>
        </p:nvSpPr>
        <p:spPr>
          <a:xfrm rot="16200000">
            <a:off x="-1020990" y="4522678"/>
            <a:ext cx="28907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0" i="0" spc="0" dirty="0">
                <a:latin typeface="Poppins" pitchFamily="2" charset="77"/>
                <a:ea typeface="Inter Medium" panose="02000503000000020004" pitchFamily="2" charset="0"/>
                <a:cs typeface="Poppins" pitchFamily="2" charset="77"/>
              </a:rPr>
              <a:t>  Sinar Mas Agribusiness and Food</a:t>
            </a:r>
          </a:p>
        </p:txBody>
      </p:sp>
      <p:pic>
        <p:nvPicPr>
          <p:cNvPr id="18" name="Picture Placeholder 2">
            <a:extLst>
              <a:ext uri="{FF2B5EF4-FFF2-40B4-BE49-F238E27FC236}">
                <a16:creationId xmlns:a16="http://schemas.microsoft.com/office/drawing/2014/main" id="{A4FCCE29-6041-4931-AE98-5A112C3313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134" b="15525"/>
          <a:stretch/>
        </p:blipFill>
        <p:spPr>
          <a:xfrm>
            <a:off x="11464707" y="6458240"/>
            <a:ext cx="727293" cy="387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893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Poppins" pitchFamily="2" charset="77"/>
              </a:defRPr>
            </a:lvl1pPr>
          </a:lstStyle>
          <a:p>
            <a:fld id="{A9A30CEF-4F37-2B4A-A83D-9B71D0DFA944}" type="datetime1">
              <a:rPr lang="en-GB" smtClean="0"/>
              <a:pPr/>
              <a:t>12/06/2026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Poppins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Poppins" pitchFamily="2" charset="77"/>
              </a:defRPr>
            </a:lvl1pPr>
          </a:lstStyle>
          <a:p>
            <a:fld id="{769B4F97-C105-A04B-A1FA-A12BCC87989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4643BA-942C-7D50-5D61-2EE4CA3E1274}"/>
              </a:ext>
            </a:extLst>
          </p:cNvPr>
          <p:cNvSpPr txBox="1"/>
          <p:nvPr userDrawn="1"/>
        </p:nvSpPr>
        <p:spPr>
          <a:xfrm>
            <a:off x="-1367167" y="0"/>
            <a:ext cx="108876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900" b="0" i="0" noProof="0" dirty="0">
                <a:latin typeface="Poppins" pitchFamily="2" charset="77"/>
              </a:rPr>
              <a:t>Primary colours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19D836-6621-7770-2333-690C9ACD90DB}"/>
              </a:ext>
            </a:extLst>
          </p:cNvPr>
          <p:cNvSpPr txBox="1"/>
          <p:nvPr userDrawn="1"/>
        </p:nvSpPr>
        <p:spPr>
          <a:xfrm>
            <a:off x="-1368656" y="1101469"/>
            <a:ext cx="126669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900" b="0" i="0" noProof="0" dirty="0">
                <a:latin typeface="Poppins" pitchFamily="2" charset="77"/>
              </a:rPr>
              <a:t>Secondary colours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FB5ADC-ADF3-1926-3ABC-B06FBDB3D8E4}"/>
              </a:ext>
            </a:extLst>
          </p:cNvPr>
          <p:cNvSpPr/>
          <p:nvPr userDrawn="1"/>
        </p:nvSpPr>
        <p:spPr>
          <a:xfrm>
            <a:off x="-1295400" y="638170"/>
            <a:ext cx="374904" cy="320040"/>
          </a:xfrm>
          <a:prstGeom prst="rect">
            <a:avLst/>
          </a:prstGeom>
          <a:solidFill>
            <a:srgbClr val="B6B4BA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 dirty="0">
              <a:latin typeface="Poppins" pitchFamily="2" charset="77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D48CA1-AEF0-63EA-B5C6-99E4B0FBF713}"/>
              </a:ext>
            </a:extLst>
          </p:cNvPr>
          <p:cNvSpPr/>
          <p:nvPr userDrawn="1"/>
        </p:nvSpPr>
        <p:spPr>
          <a:xfrm>
            <a:off x="-1296359" y="256232"/>
            <a:ext cx="374904" cy="320040"/>
          </a:xfrm>
          <a:prstGeom prst="rect">
            <a:avLst/>
          </a:prstGeom>
          <a:solidFill>
            <a:srgbClr val="DE0E13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 dirty="0">
              <a:latin typeface="Poppins" pitchFamily="2" charset="77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656A702-40E2-C5E3-8A44-904119E3DACA}"/>
              </a:ext>
            </a:extLst>
          </p:cNvPr>
          <p:cNvSpPr/>
          <p:nvPr userDrawn="1"/>
        </p:nvSpPr>
        <p:spPr>
          <a:xfrm>
            <a:off x="-862089" y="256232"/>
            <a:ext cx="374904" cy="320040"/>
          </a:xfrm>
          <a:prstGeom prst="rect">
            <a:avLst/>
          </a:prstGeom>
          <a:solidFill>
            <a:srgbClr val="2E2928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 dirty="0">
              <a:latin typeface="Poppins" pitchFamily="2" charset="77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8FD684-B687-8701-4139-564E6D9CD80B}"/>
              </a:ext>
            </a:extLst>
          </p:cNvPr>
          <p:cNvSpPr/>
          <p:nvPr userDrawn="1"/>
        </p:nvSpPr>
        <p:spPr>
          <a:xfrm>
            <a:off x="-862089" y="638170"/>
            <a:ext cx="374904" cy="32004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0" i="0" dirty="0">
                <a:latin typeface="Poppins" pitchFamily="2" charset="77"/>
              </a:rPr>
              <a:t>0</a:t>
            </a:r>
            <a:endParaRPr lang="en-GB" b="0" i="0" dirty="0">
              <a:latin typeface="Poppins" pitchFamily="2" charset="77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ADD2606-2AC0-3D91-105D-5EC8D8B75B6D}"/>
              </a:ext>
            </a:extLst>
          </p:cNvPr>
          <p:cNvSpPr/>
          <p:nvPr userDrawn="1"/>
        </p:nvSpPr>
        <p:spPr>
          <a:xfrm>
            <a:off x="-1289501" y="1737360"/>
            <a:ext cx="374904" cy="320040"/>
          </a:xfrm>
          <a:prstGeom prst="rect">
            <a:avLst/>
          </a:prstGeom>
          <a:solidFill>
            <a:srgbClr val="ADD5F7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 dirty="0">
              <a:latin typeface="Poppins" pitchFamily="2" charset="77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419DB8-2831-F573-DD15-D9715D2C32E4}"/>
              </a:ext>
            </a:extLst>
          </p:cNvPr>
          <p:cNvSpPr/>
          <p:nvPr userDrawn="1"/>
        </p:nvSpPr>
        <p:spPr>
          <a:xfrm>
            <a:off x="-1290460" y="1355422"/>
            <a:ext cx="374904" cy="320040"/>
          </a:xfrm>
          <a:prstGeom prst="rect">
            <a:avLst/>
          </a:prstGeom>
          <a:solidFill>
            <a:srgbClr val="FCDE2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 dirty="0">
              <a:latin typeface="Poppins" pitchFamily="2" charset="77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7842CD0-39B7-1AC9-3ADC-AFC4D0465D6E}"/>
              </a:ext>
            </a:extLst>
          </p:cNvPr>
          <p:cNvSpPr/>
          <p:nvPr userDrawn="1"/>
        </p:nvSpPr>
        <p:spPr>
          <a:xfrm>
            <a:off x="-856190" y="1355422"/>
            <a:ext cx="374904" cy="320040"/>
          </a:xfrm>
          <a:prstGeom prst="rect">
            <a:avLst/>
          </a:prstGeom>
          <a:solidFill>
            <a:srgbClr val="EBAD0C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 dirty="0">
              <a:latin typeface="Poppins" pitchFamily="2" charset="77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B153D3D-44A8-6602-DE18-ACC5752D64FF}"/>
              </a:ext>
            </a:extLst>
          </p:cNvPr>
          <p:cNvSpPr/>
          <p:nvPr userDrawn="1"/>
        </p:nvSpPr>
        <p:spPr>
          <a:xfrm>
            <a:off x="-856190" y="1737360"/>
            <a:ext cx="374904" cy="320040"/>
          </a:xfrm>
          <a:prstGeom prst="rect">
            <a:avLst/>
          </a:prstGeom>
          <a:solidFill>
            <a:srgbClr val="00A5A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 dirty="0">
              <a:latin typeface="Poppins" pitchFamily="2" charset="77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25C36CF-CFB8-341A-DB57-F699E56E0B91}"/>
              </a:ext>
            </a:extLst>
          </p:cNvPr>
          <p:cNvSpPr/>
          <p:nvPr userDrawn="1"/>
        </p:nvSpPr>
        <p:spPr>
          <a:xfrm>
            <a:off x="-1289247" y="2133600"/>
            <a:ext cx="374904" cy="320040"/>
          </a:xfrm>
          <a:prstGeom prst="rect">
            <a:avLst/>
          </a:prstGeom>
          <a:solidFill>
            <a:srgbClr val="96ED89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 dirty="0">
              <a:latin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661657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  <p:sldLayoutId id="2147483661" r:id="rId12"/>
    <p:sldLayoutId id="2147483662" r:id="rId13"/>
    <p:sldLayoutId id="2147483663" r:id="rId14"/>
    <p:sldLayoutId id="2147483665" r:id="rId15"/>
    <p:sldLayoutId id="2147483666" r:id="rId16"/>
    <p:sldLayoutId id="2147483664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Poppins" pitchFamily="2" charset="77"/>
          <a:ea typeface="+mj-ea"/>
          <a:cs typeface="Poppins" pitchFamily="2" charset="77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Poppins" pitchFamily="2" charset="77"/>
          <a:ea typeface="+mn-ea"/>
          <a:cs typeface="Poppins" pitchFamily="2" charset="77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Poppins" pitchFamily="2" charset="77"/>
          <a:ea typeface="+mn-ea"/>
          <a:cs typeface="Poppins" pitchFamily="2" charset="77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Poppins" pitchFamily="2" charset="77"/>
          <a:ea typeface="+mn-ea"/>
          <a:cs typeface="Poppins" pitchFamily="2" charset="77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Poppins" pitchFamily="2" charset="77"/>
          <a:ea typeface="+mn-ea"/>
          <a:cs typeface="Poppins" pitchFamily="2" charset="77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Poppins" pitchFamily="2" charset="77"/>
          <a:ea typeface="+mn-ea"/>
          <a:cs typeface="Poppins" pitchFamily="2" charset="77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31A1779-F8EC-AA20-BED9-5B3EB4291569}"/>
              </a:ext>
            </a:extLst>
          </p:cNvPr>
          <p:cNvSpPr txBox="1"/>
          <p:nvPr/>
        </p:nvSpPr>
        <p:spPr>
          <a:xfrm>
            <a:off x="1177268" y="2738343"/>
            <a:ext cx="3248935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  <a:latin typeface=""/>
                <a:ea typeface="Roboto" panose="02000000000000000000" pitchFamily="2" charset="0"/>
              </a:rPr>
              <a:t>Smart Security Dashboard</a:t>
            </a:r>
          </a:p>
          <a:p>
            <a:pPr marL="0" indent="0">
              <a:buNone/>
            </a:pPr>
            <a:endParaRPr lang="en-US" sz="2400" b="1" dirty="0">
              <a:solidFill>
                <a:srgbClr val="002060"/>
              </a:solidFill>
              <a:latin typeface=""/>
              <a:ea typeface="Roboto" panose="02000000000000000000" pitchFamily="2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2060"/>
                </a:solidFill>
                <a:latin typeface=""/>
                <a:ea typeface="Roboto" panose="02000000000000000000" pitchFamily="2" charset="0"/>
              </a:rPr>
              <a:t>Update Mar 2026</a:t>
            </a:r>
          </a:p>
          <a:p>
            <a:pPr marL="0" indent="0">
              <a:buNone/>
            </a:pPr>
            <a:endParaRPr lang="en-US" sz="2400" b="1" dirty="0">
              <a:solidFill>
                <a:srgbClr val="002060"/>
              </a:solidFill>
              <a:latin typeface=""/>
              <a:ea typeface="Roboto" panose="020000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D8210BF-91A5-3342-056B-13CA3047276E}"/>
              </a:ext>
            </a:extLst>
          </p:cNvPr>
          <p:cNvSpPr txBox="1"/>
          <p:nvPr/>
        </p:nvSpPr>
        <p:spPr>
          <a:xfrm>
            <a:off x="1052577" y="5712318"/>
            <a:ext cx="32489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Poppins" pitchFamily="2" charset="77"/>
                <a:ea typeface="Inter Medium" panose="02000603000000020004" pitchFamily="50" charset="0"/>
                <a:cs typeface="Poppins" pitchFamily="2" charset="77"/>
              </a:rPr>
              <a:t>OPTR | NTD Development</a:t>
            </a:r>
            <a:endParaRPr lang="en-US" sz="1600" dirty="0">
              <a:latin typeface="Poppins" pitchFamily="2" charset="77"/>
              <a:ea typeface="Inter Medium" panose="02000603000000020004" pitchFamily="50" charset="0"/>
              <a:cs typeface="Poppins" pitchFamily="2" charset="77"/>
            </a:endParaRP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AB6308E-63DD-44E3-BEDC-E290FB323C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45CBEC9-1ED0-495A-92A5-8C9229E473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4116" t="23985" r="43205" b="21402"/>
          <a:stretch/>
        </p:blipFill>
        <p:spPr bwMode="auto">
          <a:xfrm>
            <a:off x="5022380" y="1703604"/>
            <a:ext cx="6631238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92592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51314D-43A0-485A-BF5A-94394EA99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3DC79-82AF-8844-A908-5B4A2C81957B}" type="slidenum">
              <a:rPr lang="en-US" smtClean="0"/>
              <a:pPr/>
              <a:t>1</a:t>
            </a:fld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44E5933-1C8C-4997-AC21-CBA8A251C07A}"/>
              </a:ext>
            </a:extLst>
          </p:cNvPr>
          <p:cNvGrpSpPr/>
          <p:nvPr/>
        </p:nvGrpSpPr>
        <p:grpSpPr>
          <a:xfrm>
            <a:off x="5350042" y="1465404"/>
            <a:ext cx="6858000" cy="5073508"/>
            <a:chOff x="838200" y="1465404"/>
            <a:chExt cx="6858000" cy="5073508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05FDCF64-1946-4F46-A959-B4E846BB01F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8706" b="7315"/>
            <a:stretch/>
          </p:blipFill>
          <p:spPr>
            <a:xfrm>
              <a:off x="838200" y="1465404"/>
              <a:ext cx="6858000" cy="5073508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FC27FFF-E2E9-4CB2-A070-E693F40873DF}"/>
                </a:ext>
              </a:extLst>
            </p:cNvPr>
            <p:cNvSpPr/>
            <p:nvPr/>
          </p:nvSpPr>
          <p:spPr>
            <a:xfrm>
              <a:off x="1187355" y="1596788"/>
              <a:ext cx="1637731" cy="382137"/>
            </a:xfrm>
            <a:prstGeom prst="rect">
              <a:avLst/>
            </a:prstGeom>
            <a:solidFill>
              <a:srgbClr val="62A3C8"/>
            </a:solidFill>
            <a:ln>
              <a:solidFill>
                <a:srgbClr val="62A3C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latin typeface="Calibri" panose="020F0502020204030204" pitchFamily="34" charset="0"/>
                  <a:cs typeface="Calibri" panose="020F0502020204030204" pitchFamily="34" charset="0"/>
                </a:rPr>
                <a:t>1. PERSIAPAN &amp; AKTIVASI</a:t>
              </a:r>
              <a:endParaRPr lang="en-ID" sz="1200" b="1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DB78BDA-2981-4704-8F0C-717A8062D914}"/>
                </a:ext>
              </a:extLst>
            </p:cNvPr>
            <p:cNvSpPr/>
            <p:nvPr/>
          </p:nvSpPr>
          <p:spPr>
            <a:xfrm>
              <a:off x="3299861" y="1596788"/>
              <a:ext cx="1816288" cy="382137"/>
            </a:xfrm>
            <a:prstGeom prst="rect">
              <a:avLst/>
            </a:prstGeom>
            <a:solidFill>
              <a:srgbClr val="9DB651"/>
            </a:solidFill>
            <a:ln>
              <a:solidFill>
                <a:srgbClr val="9DB6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latin typeface="Calibri" panose="020F0502020204030204" pitchFamily="34" charset="0"/>
                  <a:cs typeface="Calibri" panose="020F0502020204030204" pitchFamily="34" charset="0"/>
                </a:rPr>
                <a:t>2.  PELAKSANAAN PATROLI LAPANGAN</a:t>
              </a:r>
              <a:endParaRPr lang="en-ID" sz="1200" b="1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EEBBD12-3598-4EB2-A43A-B0D085629558}"/>
                </a:ext>
              </a:extLst>
            </p:cNvPr>
            <p:cNvSpPr/>
            <p:nvPr/>
          </p:nvSpPr>
          <p:spPr>
            <a:xfrm>
              <a:off x="5513980" y="1596787"/>
              <a:ext cx="1816288" cy="382137"/>
            </a:xfrm>
            <a:prstGeom prst="rect">
              <a:avLst/>
            </a:prstGeom>
            <a:solidFill>
              <a:srgbClr val="62A3C9"/>
            </a:solidFill>
            <a:ln>
              <a:solidFill>
                <a:srgbClr val="63A3C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latin typeface="Calibri" panose="020F0502020204030204" pitchFamily="34" charset="0"/>
                  <a:cs typeface="Calibri" panose="020F0502020204030204" pitchFamily="34" charset="0"/>
                </a:rPr>
                <a:t>3.  PELAPORAN &amp; ANALISA DATA</a:t>
              </a:r>
              <a:endParaRPr lang="en-ID" sz="1200" b="1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435FB10-778A-414C-92AA-9FF182055E12}"/>
                </a:ext>
              </a:extLst>
            </p:cNvPr>
            <p:cNvSpPr txBox="1"/>
            <p:nvPr/>
          </p:nvSpPr>
          <p:spPr>
            <a:xfrm>
              <a:off x="1539944" y="2588455"/>
              <a:ext cx="1066318" cy="21544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800" b="1">
                  <a:solidFill>
                    <a:schemeClr val="accent3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PENGATURAN AKUN</a:t>
              </a:r>
              <a:endParaRPr lang="en-ID" sz="800" b="1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2CE2A00-196D-4C30-99C7-EF13BDC8D57E}"/>
                </a:ext>
              </a:extLst>
            </p:cNvPr>
            <p:cNvSpPr txBox="1"/>
            <p:nvPr/>
          </p:nvSpPr>
          <p:spPr>
            <a:xfrm>
              <a:off x="1539944" y="3092547"/>
              <a:ext cx="1231391" cy="21544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800" b="1">
                  <a:solidFill>
                    <a:schemeClr val="accent3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PENYIAPAN PERANGKAT</a:t>
              </a:r>
              <a:endParaRPr lang="en-ID" sz="800" b="1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5F35DE5-4881-4CFD-A931-C8DB555B55D1}"/>
                </a:ext>
              </a:extLst>
            </p:cNvPr>
            <p:cNvSpPr txBox="1"/>
            <p:nvPr/>
          </p:nvSpPr>
          <p:spPr>
            <a:xfrm>
              <a:off x="1551491" y="3568079"/>
              <a:ext cx="1231391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800" b="1">
                  <a:solidFill>
                    <a:schemeClr val="accent3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PENENTUAN JALUR PATROLI</a:t>
              </a:r>
              <a:endParaRPr lang="en-ID" sz="800" b="1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0D00A7F-F3C4-4A6B-9C01-A9817C038ED0}"/>
                </a:ext>
              </a:extLst>
            </p:cNvPr>
            <p:cNvSpPr txBox="1"/>
            <p:nvPr/>
          </p:nvSpPr>
          <p:spPr>
            <a:xfrm>
              <a:off x="3160296" y="2892492"/>
              <a:ext cx="664041" cy="276999"/>
            </a:xfrm>
            <a:prstGeom prst="rect">
              <a:avLst/>
            </a:prstGeom>
            <a:solidFill>
              <a:srgbClr val="D7E3C3"/>
            </a:solidFill>
            <a:ln>
              <a:solidFill>
                <a:srgbClr val="D7E2C3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b="1">
                  <a:solidFill>
                    <a:schemeClr val="accent3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PEMANTAUAN RUTIN</a:t>
              </a:r>
              <a:endParaRPr lang="en-ID" sz="600" b="1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B5B9874-D3BB-4EFA-BF36-B550B03CB54F}"/>
                </a:ext>
              </a:extLst>
            </p:cNvPr>
            <p:cNvSpPr/>
            <p:nvPr/>
          </p:nvSpPr>
          <p:spPr>
            <a:xfrm>
              <a:off x="5788855" y="5127674"/>
              <a:ext cx="1266093" cy="464234"/>
            </a:xfrm>
            <a:prstGeom prst="rect">
              <a:avLst/>
            </a:prstGeom>
            <a:solidFill>
              <a:srgbClr val="CDE2EE"/>
            </a:solidFill>
            <a:ln>
              <a:solidFill>
                <a:srgbClr val="CEE2E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0D0AC4E-06CB-4334-B741-731D18C1014C}"/>
                </a:ext>
              </a:extLst>
            </p:cNvPr>
            <p:cNvSpPr txBox="1"/>
            <p:nvPr/>
          </p:nvSpPr>
          <p:spPr>
            <a:xfrm>
              <a:off x="5295811" y="2087384"/>
              <a:ext cx="43633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b="1">
                  <a:solidFill>
                    <a:schemeClr val="accent3">
                      <a:lumMod val="75000"/>
                    </a:schemeClr>
                  </a:solidFill>
                </a:rPr>
                <a:t>WiFi</a:t>
              </a:r>
              <a:endParaRPr lang="en-ID" sz="900" b="1">
                <a:solidFill>
                  <a:schemeClr val="accent3">
                    <a:lumMod val="75000"/>
                  </a:schemeClr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55757AB-765A-408E-A680-BB46DBAEAE46}"/>
                </a:ext>
              </a:extLst>
            </p:cNvPr>
            <p:cNvSpPr txBox="1"/>
            <p:nvPr/>
          </p:nvSpPr>
          <p:spPr>
            <a:xfrm>
              <a:off x="3824337" y="5268141"/>
              <a:ext cx="661157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600" b="1">
                  <a:solidFill>
                    <a:schemeClr val="accent3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Input Data:</a:t>
              </a:r>
            </a:p>
            <a:p>
              <a:r>
                <a:rPr lang="en-US" sz="600" b="1">
                  <a:solidFill>
                    <a:schemeClr val="accent3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(Kategori, Deskripsi)</a:t>
              </a:r>
              <a:endParaRPr lang="en-ID" sz="600" b="1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225DB19-D1E8-4AAF-9C6A-B49BA09E9F21}"/>
                </a:ext>
              </a:extLst>
            </p:cNvPr>
            <p:cNvSpPr txBox="1"/>
            <p:nvPr/>
          </p:nvSpPr>
          <p:spPr>
            <a:xfrm>
              <a:off x="3905563" y="4666274"/>
              <a:ext cx="601034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600" b="1">
                  <a:solidFill>
                    <a:schemeClr val="accent3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Ambil Bukti Foto, Geotag &amp;Timestamp</a:t>
              </a:r>
              <a:endParaRPr lang="en-ID" sz="600" b="1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7B24F29-E05E-4EC9-B205-78873AA8B8E4}"/>
                </a:ext>
              </a:extLst>
            </p:cNvPr>
            <p:cNvSpPr txBox="1"/>
            <p:nvPr/>
          </p:nvSpPr>
          <p:spPr>
            <a:xfrm>
              <a:off x="4568465" y="3701722"/>
              <a:ext cx="615479" cy="246221"/>
            </a:xfrm>
            <a:prstGeom prst="rect">
              <a:avLst/>
            </a:prstGeom>
            <a:solidFill>
              <a:srgbClr val="D7E3C3"/>
            </a:solidFill>
            <a:ln>
              <a:solidFill>
                <a:srgbClr val="D7E2C3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00" b="1">
                  <a:solidFill>
                    <a:schemeClr val="accent3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Mulai / Selesai Patroli</a:t>
              </a:r>
              <a:endParaRPr lang="en-ID" sz="500" b="1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E178C27C-9B52-46F7-9391-93885EE099CE}"/>
              </a:ext>
            </a:extLst>
          </p:cNvPr>
          <p:cNvSpPr txBox="1"/>
          <p:nvPr/>
        </p:nvSpPr>
        <p:spPr>
          <a:xfrm>
            <a:off x="7118104" y="181391"/>
            <a:ext cx="4985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chemeClr val="accent3">
                    <a:lumMod val="75000"/>
                  </a:schemeClr>
                </a:solidFill>
              </a:rPr>
              <a:t>ALUR KERJA OPERASIONAL GEOTAGGING</a:t>
            </a:r>
            <a:endParaRPr lang="en-ID" b="1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21" name="object 12">
            <a:extLst>
              <a:ext uri="{FF2B5EF4-FFF2-40B4-BE49-F238E27FC236}">
                <a16:creationId xmlns:a16="http://schemas.microsoft.com/office/drawing/2014/main" id="{811992A8-9158-4852-9402-EC8FBB9D3696}"/>
              </a:ext>
            </a:extLst>
          </p:cNvPr>
          <p:cNvSpPr/>
          <p:nvPr/>
        </p:nvSpPr>
        <p:spPr>
          <a:xfrm>
            <a:off x="758289" y="1165809"/>
            <a:ext cx="3193030" cy="369332"/>
          </a:xfrm>
          <a:custGeom>
            <a:avLst/>
            <a:gdLst>
              <a:gd name="connsiteX0" fmla="*/ 1611376 w 1682745"/>
              <a:gd name="connsiteY0" fmla="*/ 0 h 341375"/>
              <a:gd name="connsiteX1" fmla="*/ 0 w 1682745"/>
              <a:gd name="connsiteY1" fmla="*/ 0 h 341375"/>
              <a:gd name="connsiteX2" fmla="*/ 0 w 1682745"/>
              <a:gd name="connsiteY2" fmla="*/ 341375 h 341375"/>
              <a:gd name="connsiteX3" fmla="*/ 1611376 w 1682745"/>
              <a:gd name="connsiteY3" fmla="*/ 341375 h 341375"/>
              <a:gd name="connsiteX4" fmla="*/ 1682745 w 1682745"/>
              <a:gd name="connsiteY4" fmla="*/ 175855 h 341375"/>
              <a:gd name="connsiteX5" fmla="*/ 1611376 w 1682745"/>
              <a:gd name="connsiteY5" fmla="*/ 0 h 341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82745" h="341375">
                <a:moveTo>
                  <a:pt x="1611376" y="0"/>
                </a:moveTo>
                <a:lnTo>
                  <a:pt x="0" y="0"/>
                </a:lnTo>
                <a:lnTo>
                  <a:pt x="0" y="341375"/>
                </a:lnTo>
                <a:lnTo>
                  <a:pt x="1611376" y="341375"/>
                </a:lnTo>
                <a:lnTo>
                  <a:pt x="1682745" y="175855"/>
                </a:lnTo>
                <a:lnTo>
                  <a:pt x="1611376" y="0"/>
                </a:lnTo>
                <a:close/>
              </a:path>
            </a:pathLst>
          </a:cu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252000" tIns="0" rIns="0" bIns="0" rtlCol="0" anchor="ctr"/>
          <a:lstStyle/>
          <a:p>
            <a:r>
              <a:rPr lang="en-US" sz="1600" b="1">
                <a:solidFill>
                  <a:srgbClr val="F9F9F9"/>
                </a:solidFill>
                <a:latin typeface="Josefin Sans" pitchFamily="2" charset="0"/>
                <a:cs typeface="Ebrima"/>
              </a:rPr>
              <a:t>Latar Belakang</a:t>
            </a:r>
            <a:endParaRPr lang="en-US" sz="1600" b="1" dirty="0">
              <a:solidFill>
                <a:srgbClr val="F9F9F9"/>
              </a:solidFill>
              <a:latin typeface="Josefin Sans" pitchFamily="2" charset="0"/>
              <a:cs typeface="Ebrima"/>
            </a:endParaRPr>
          </a:p>
        </p:txBody>
      </p:sp>
      <p:sp>
        <p:nvSpPr>
          <p:cNvPr id="22" name="object 28">
            <a:extLst>
              <a:ext uri="{FF2B5EF4-FFF2-40B4-BE49-F238E27FC236}">
                <a16:creationId xmlns:a16="http://schemas.microsoft.com/office/drawing/2014/main" id="{D5ECCBA7-87FC-4D75-9EB2-ECAB6CA4E6F0}"/>
              </a:ext>
            </a:extLst>
          </p:cNvPr>
          <p:cNvSpPr/>
          <p:nvPr/>
        </p:nvSpPr>
        <p:spPr>
          <a:xfrm>
            <a:off x="726205" y="1614863"/>
            <a:ext cx="4712069" cy="2220786"/>
          </a:xfrm>
          <a:custGeom>
            <a:avLst/>
            <a:gdLst/>
            <a:ahLst/>
            <a:cxnLst/>
            <a:rect l="l" t="t" r="r" b="b"/>
            <a:pathLst>
              <a:path w="1612900" h="1280160">
                <a:moveTo>
                  <a:pt x="1612392" y="0"/>
                </a:moveTo>
                <a:lnTo>
                  <a:pt x="0" y="0"/>
                </a:lnTo>
                <a:lnTo>
                  <a:pt x="0" y="1280160"/>
                </a:lnTo>
                <a:lnTo>
                  <a:pt x="1612392" y="1280160"/>
                </a:lnTo>
                <a:lnTo>
                  <a:pt x="1612392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0" tIns="0" rIns="0" bIns="0" rtlCol="0" anchor="ctr"/>
          <a:lstStyle/>
          <a:p>
            <a:pPr marL="280987" lvl="1">
              <a:spcBef>
                <a:spcPts val="100"/>
              </a:spcBef>
              <a:defRPr/>
            </a:pPr>
            <a:endParaRPr lang="en-US" sz="1600" spc="-5" dirty="0">
              <a:solidFill>
                <a:prstClr val="black"/>
              </a:solidFill>
              <a:latin typeface="Josefin Sans" pitchFamily="2" charset="0"/>
              <a:cs typeface="Calibri Light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37EEF99-DF57-4F94-8424-0A430EDEE52F}"/>
              </a:ext>
            </a:extLst>
          </p:cNvPr>
          <p:cNvSpPr txBox="1"/>
          <p:nvPr/>
        </p:nvSpPr>
        <p:spPr>
          <a:xfrm>
            <a:off x="801116" y="1691603"/>
            <a:ext cx="463715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Pelaporan patroli perkebunan saat ini masih dilakukan secara manual melalui buku catatan, sehingga tidak terstandar, sulit ditelusuri, &amp; menghambat validasi data maupun pemetaan wilayah berisiko.</a:t>
            </a:r>
          </a:p>
          <a:p>
            <a:endParaRPr lang="en-US" altLang="ko-KR" sz="1400">
              <a:solidFill>
                <a:schemeClr val="accent3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ko-KR" sz="140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Solusi adalah melalui pemanfaatan handphone dengan fitur geotagging (GPS) sehingga setiap laporan dilengkapi foto &amp; koordinat lokasi, untuk memudahkan pelacakan, analisis pola, serta pengambilan keputusan berbasis data.</a:t>
            </a:r>
            <a:endParaRPr lang="ko-KR" altLang="en-US" sz="1400" dirty="0">
              <a:solidFill>
                <a:schemeClr val="accent3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object 12">
            <a:extLst>
              <a:ext uri="{FF2B5EF4-FFF2-40B4-BE49-F238E27FC236}">
                <a16:creationId xmlns:a16="http://schemas.microsoft.com/office/drawing/2014/main" id="{C874DB47-A57E-4FD4-BF32-B8C05F56692C}"/>
              </a:ext>
            </a:extLst>
          </p:cNvPr>
          <p:cNvSpPr/>
          <p:nvPr/>
        </p:nvSpPr>
        <p:spPr>
          <a:xfrm>
            <a:off x="742247" y="4005942"/>
            <a:ext cx="3193030" cy="369332"/>
          </a:xfrm>
          <a:custGeom>
            <a:avLst/>
            <a:gdLst>
              <a:gd name="connsiteX0" fmla="*/ 1611376 w 1682745"/>
              <a:gd name="connsiteY0" fmla="*/ 0 h 341375"/>
              <a:gd name="connsiteX1" fmla="*/ 0 w 1682745"/>
              <a:gd name="connsiteY1" fmla="*/ 0 h 341375"/>
              <a:gd name="connsiteX2" fmla="*/ 0 w 1682745"/>
              <a:gd name="connsiteY2" fmla="*/ 341375 h 341375"/>
              <a:gd name="connsiteX3" fmla="*/ 1611376 w 1682745"/>
              <a:gd name="connsiteY3" fmla="*/ 341375 h 341375"/>
              <a:gd name="connsiteX4" fmla="*/ 1682745 w 1682745"/>
              <a:gd name="connsiteY4" fmla="*/ 175855 h 341375"/>
              <a:gd name="connsiteX5" fmla="*/ 1611376 w 1682745"/>
              <a:gd name="connsiteY5" fmla="*/ 0 h 341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82745" h="341375">
                <a:moveTo>
                  <a:pt x="1611376" y="0"/>
                </a:moveTo>
                <a:lnTo>
                  <a:pt x="0" y="0"/>
                </a:lnTo>
                <a:lnTo>
                  <a:pt x="0" y="341375"/>
                </a:lnTo>
                <a:lnTo>
                  <a:pt x="1611376" y="341375"/>
                </a:lnTo>
                <a:lnTo>
                  <a:pt x="1682745" y="175855"/>
                </a:lnTo>
                <a:lnTo>
                  <a:pt x="1611376" y="0"/>
                </a:lnTo>
                <a:close/>
              </a:path>
            </a:pathLst>
          </a:cu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lIns="252000" tIns="0" rIns="0" bIns="0" rtlCol="0" anchor="ctr"/>
          <a:lstStyle/>
          <a:p>
            <a:r>
              <a:rPr lang="en-US" sz="1600" b="1">
                <a:solidFill>
                  <a:srgbClr val="F9F9F9"/>
                </a:solidFill>
                <a:latin typeface="Josefin Sans" pitchFamily="2" charset="0"/>
                <a:cs typeface="Ebrima"/>
              </a:rPr>
              <a:t>Tujuan </a:t>
            </a:r>
            <a:endParaRPr lang="en-US" sz="1600" b="1" dirty="0">
              <a:solidFill>
                <a:srgbClr val="F9F9F9"/>
              </a:solidFill>
              <a:latin typeface="Josefin Sans" pitchFamily="2" charset="0"/>
              <a:cs typeface="Ebrima"/>
            </a:endParaRPr>
          </a:p>
        </p:txBody>
      </p:sp>
      <p:sp>
        <p:nvSpPr>
          <p:cNvPr id="25" name="object 28">
            <a:extLst>
              <a:ext uri="{FF2B5EF4-FFF2-40B4-BE49-F238E27FC236}">
                <a16:creationId xmlns:a16="http://schemas.microsoft.com/office/drawing/2014/main" id="{B5F1231D-583E-49E1-BA58-513D1282CC78}"/>
              </a:ext>
            </a:extLst>
          </p:cNvPr>
          <p:cNvSpPr/>
          <p:nvPr/>
        </p:nvSpPr>
        <p:spPr>
          <a:xfrm>
            <a:off x="726205" y="4435501"/>
            <a:ext cx="4712069" cy="1959033"/>
          </a:xfrm>
          <a:custGeom>
            <a:avLst/>
            <a:gdLst/>
            <a:ahLst/>
            <a:cxnLst/>
            <a:rect l="l" t="t" r="r" b="b"/>
            <a:pathLst>
              <a:path w="1612900" h="1280160">
                <a:moveTo>
                  <a:pt x="1612392" y="0"/>
                </a:moveTo>
                <a:lnTo>
                  <a:pt x="0" y="0"/>
                </a:lnTo>
                <a:lnTo>
                  <a:pt x="0" y="1280160"/>
                </a:lnTo>
                <a:lnTo>
                  <a:pt x="1612392" y="1280160"/>
                </a:lnTo>
                <a:lnTo>
                  <a:pt x="1612392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0" tIns="0" rIns="0" bIns="0" rtlCol="0" anchor="ctr"/>
          <a:lstStyle/>
          <a:p>
            <a:pPr marL="280987" lvl="1">
              <a:spcBef>
                <a:spcPts val="100"/>
              </a:spcBef>
              <a:defRPr/>
            </a:pPr>
            <a:endParaRPr lang="en-US" sz="1600" spc="-5" dirty="0">
              <a:solidFill>
                <a:prstClr val="black"/>
              </a:solidFill>
              <a:latin typeface="Josefin Sans" pitchFamily="2" charset="0"/>
              <a:cs typeface="Calibri Ligh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F248D43-209F-4A59-A13F-944453BE0EBF}"/>
              </a:ext>
            </a:extLst>
          </p:cNvPr>
          <p:cNvSpPr txBox="1"/>
          <p:nvPr/>
        </p:nvSpPr>
        <p:spPr>
          <a:xfrm>
            <a:off x="757000" y="4411335"/>
            <a:ext cx="463715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6213" indent="-176213">
              <a:buFont typeface="Arial" panose="020B0604020202020204" pitchFamily="34" charset="0"/>
              <a:buChar char="•"/>
            </a:pPr>
            <a:r>
              <a:rPr lang="en-US" altLang="ko-KR" sz="140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Meningkatkan Akurasi dan Validitas Data patroli dengan dukungan koordinat lokasi. </a:t>
            </a:r>
          </a:p>
          <a:p>
            <a:pPr marL="176213" indent="-176213">
              <a:buFont typeface="Arial" panose="020B0604020202020204" pitchFamily="34" charset="0"/>
              <a:buChar char="•"/>
            </a:pPr>
            <a:r>
              <a:rPr lang="en-US" altLang="ko-KR" sz="140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Mempermudah Pemetaan dan Monitoring wilayah berisiko tinggi secara visual pada dashboard untuk analisa.</a:t>
            </a:r>
          </a:p>
          <a:p>
            <a:pPr marL="176213" indent="-176213">
              <a:buFont typeface="Arial" panose="020B0604020202020204" pitchFamily="34" charset="0"/>
              <a:buChar char="•"/>
            </a:pPr>
            <a:r>
              <a:rPr lang="en-US" altLang="ko-KR" sz="140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Mendukung Transparansi dan Akuntabilitas aktivitas tim patroli, dengan data terverifikasi yang mudah ditelusuri di dashboard. </a:t>
            </a:r>
          </a:p>
          <a:p>
            <a:pPr marL="176213" indent="-176213">
              <a:buFont typeface="Arial" panose="020B0604020202020204" pitchFamily="34" charset="0"/>
              <a:buChar char="•"/>
            </a:pPr>
            <a:r>
              <a:rPr lang="en-US" altLang="ko-KR" sz="1400">
                <a:solidFill>
                  <a:schemeClr val="accent3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Mendorong Efisiensi Operasional (waktu) melalui pemanfaatan teknologi. </a:t>
            </a:r>
            <a:endParaRPr lang="ko-KR" altLang="en-US" sz="1400" dirty="0">
              <a:solidFill>
                <a:schemeClr val="accent3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162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27306A-8331-EAEF-423E-487FA3505707}"/>
              </a:ext>
            </a:extLst>
          </p:cNvPr>
          <p:cNvSpPr txBox="1"/>
          <p:nvPr/>
        </p:nvSpPr>
        <p:spPr>
          <a:xfrm>
            <a:off x="5888182" y="3105834"/>
            <a:ext cx="33169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 err="1">
                <a:solidFill>
                  <a:schemeClr val="bg1"/>
                </a:solidFill>
              </a:rPr>
              <a:t>Terima</a:t>
            </a:r>
            <a:r>
              <a:rPr lang="en-US" sz="3600" b="1" dirty="0">
                <a:solidFill>
                  <a:schemeClr val="bg1"/>
                </a:solidFill>
              </a:rPr>
              <a:t> Kasih</a:t>
            </a:r>
            <a:endParaRPr lang="en-ID" sz="3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86458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1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DCD6C8"/>
      </a:accent1>
      <a:accent2>
        <a:srgbClr val="383735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orporate template">
      <a:majorFont>
        <a:latin typeface="Poppins Bold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4BBCAFC4625794AAB5A68F77B27399A" ma:contentTypeVersion="3" ma:contentTypeDescription="Create a new document." ma:contentTypeScope="" ma:versionID="5ba47a518222dde8981e5dda311eec7f">
  <xsd:schema xmlns:xsd="http://www.w3.org/2001/XMLSchema" xmlns:xs="http://www.w3.org/2001/XMLSchema" xmlns:p="http://schemas.microsoft.com/office/2006/metadata/properties" xmlns:ns2="5a05a58c-cc93-45c1-8881-853f5abc1dda" targetNamespace="http://schemas.microsoft.com/office/2006/metadata/properties" ma:root="true" ma:fieldsID="ef33e494167af7193cff70ecd75a778b" ns2:_="">
    <xsd:import namespace="5a05a58c-cc93-45c1-8881-853f5abc1dd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05a58c-cc93-45c1-8881-853f5abc1dd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C48D418-0402-4907-87A9-C70C132403C5}">
  <ds:schemaRefs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2006/documentManagement/types"/>
    <ds:schemaRef ds:uri="http://purl.org/dc/dcmitype/"/>
    <ds:schemaRef ds:uri="5a05a58c-cc93-45c1-8881-853f5abc1dda"/>
    <ds:schemaRef ds:uri="http://schemas.microsoft.com/office/infopath/2007/PartnerControls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ECFB616-E571-45DF-912A-A38EBDFD6B1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a05a58c-cc93-45c1-8881-853f5abc1dd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1F3F6D6-1F4D-46D6-BCA2-C597FFFCDFB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49935</TotalTime>
  <Words>179</Words>
  <Application>Microsoft Macintosh PowerPoint</Application>
  <PresentationFormat>Widescreen</PresentationFormat>
  <Paragraphs>28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Tahoma</vt:lpstr>
      <vt:lpstr>Poppins</vt:lpstr>
      <vt:lpstr>Arial</vt:lpstr>
      <vt:lpstr>Josefin Sans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阿法ㄧ</cp:lastModifiedBy>
  <cp:revision>288</cp:revision>
  <dcterms:created xsi:type="dcterms:W3CDTF">2024-11-07T05:05:52Z</dcterms:created>
  <dcterms:modified xsi:type="dcterms:W3CDTF">2026-06-12T01:48:22Z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0x010100C4BBCAFC4625794AAB5A68F77B27399A</vt:lpwstr>
  </property>
</Properties>
</file>